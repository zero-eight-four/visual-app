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3"/>
  </p:notesMasterIdLst>
  <p:sldIdLst>
    <p:sldId id="350" r:id="rId3"/>
    <p:sldId id="351" r:id="rId4"/>
    <p:sldId id="262" r:id="rId5"/>
    <p:sldId id="328" r:id="rId6"/>
    <p:sldId id="329" r:id="rId7"/>
    <p:sldId id="330" r:id="rId8"/>
    <p:sldId id="261" r:id="rId9"/>
    <p:sldId id="331" r:id="rId10"/>
    <p:sldId id="332" r:id="rId11"/>
    <p:sldId id="333" r:id="rId12"/>
    <p:sldId id="263" r:id="rId13"/>
    <p:sldId id="334" r:id="rId14"/>
    <p:sldId id="335" r:id="rId15"/>
    <p:sldId id="336" r:id="rId16"/>
    <p:sldId id="340" r:id="rId17"/>
    <p:sldId id="341" r:id="rId18"/>
    <p:sldId id="264" r:id="rId19"/>
    <p:sldId id="337" r:id="rId20"/>
    <p:sldId id="338" r:id="rId21"/>
    <p:sldId id="352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7F8A"/>
    <a:srgbClr val="64B6C2"/>
    <a:srgbClr val="3F97A3"/>
    <a:srgbClr val="337A84"/>
    <a:srgbClr val="085078"/>
    <a:srgbClr val="109CEA"/>
    <a:srgbClr val="063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19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686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426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55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04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855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204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565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043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83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17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803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48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0046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515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00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550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159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767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120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9039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B4EE7-6703-4DC1-8C62-11DC48FC3367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FC74-B71D-4579-8E99-B158C47301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E9C5D-5F23-410A-B45E-22A345CC5714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22EBD-9993-44CA-9096-35B25CFB8D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2019/7/30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0" name="组合 19"/>
          <p:cNvGrpSpPr/>
          <p:nvPr/>
        </p:nvGrpSpPr>
        <p:grpSpPr>
          <a:xfrm>
            <a:off x="1823528" y="2233026"/>
            <a:ext cx="864001" cy="876619"/>
            <a:chOff x="3492943" y="1922511"/>
            <a:chExt cx="864001" cy="876619"/>
          </a:xfrm>
        </p:grpSpPr>
        <p:sp>
          <p:nvSpPr>
            <p:cNvPr id="19" name="矩形 18"/>
            <p:cNvSpPr/>
            <p:nvPr/>
          </p:nvSpPr>
          <p:spPr>
            <a:xfrm>
              <a:off x="3492943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rot="5400000" flipH="1">
              <a:off x="3486634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92943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27027" y="2210166"/>
            <a:ext cx="864001" cy="876619"/>
            <a:chOff x="4896772" y="1922511"/>
            <a:chExt cx="864001" cy="876619"/>
          </a:xfrm>
        </p:grpSpPr>
        <p:sp>
          <p:nvSpPr>
            <p:cNvPr id="43" name="矩形 42"/>
            <p:cNvSpPr/>
            <p:nvPr/>
          </p:nvSpPr>
          <p:spPr>
            <a:xfrm>
              <a:off x="5329415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896772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rot="5400000" flipH="1">
              <a:off x="4890463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29254" y="2206991"/>
            <a:ext cx="864001" cy="876620"/>
            <a:chOff x="6376799" y="1922511"/>
            <a:chExt cx="864001" cy="876620"/>
          </a:xfrm>
        </p:grpSpPr>
        <p:sp>
          <p:nvSpPr>
            <p:cNvPr id="44" name="矩形 43"/>
            <p:cNvSpPr/>
            <p:nvPr/>
          </p:nvSpPr>
          <p:spPr>
            <a:xfrm>
              <a:off x="6809442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 rot="5400000" flipH="1">
              <a:off x="6370490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76799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663264" y="2224136"/>
            <a:ext cx="864002" cy="876620"/>
            <a:chOff x="7824169" y="1922511"/>
            <a:chExt cx="864002" cy="876620"/>
          </a:xfrm>
        </p:grpSpPr>
        <p:sp>
          <p:nvSpPr>
            <p:cNvPr id="45" name="矩形 44"/>
            <p:cNvSpPr/>
            <p:nvPr/>
          </p:nvSpPr>
          <p:spPr>
            <a:xfrm>
              <a:off x="7824169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 rot="5400000" flipH="1">
              <a:off x="7817861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24170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59510" y="3277074"/>
            <a:ext cx="5920105" cy="338554"/>
            <a:chOff x="1473202" y="4247316"/>
            <a:chExt cx="9231082" cy="338554"/>
          </a:xfrm>
        </p:grpSpPr>
        <p:sp>
          <p:nvSpPr>
            <p:cNvPr id="26" name="矩形 25"/>
            <p:cNvSpPr/>
            <p:nvPr/>
          </p:nvSpPr>
          <p:spPr>
            <a:xfrm>
              <a:off x="2692602" y="4247316"/>
              <a:ext cx="68206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武汉大学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模板</a:t>
              </a: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31979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182168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82575" y="4454353"/>
            <a:ext cx="334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t>汇报人：visual-app 项目组</a:t>
            </a:r>
            <a:endParaRPr kumimoji="0" lang="en-US" altLang="zh-CN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59202" y="4454353"/>
            <a:ext cx="355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>
              <a:buFont typeface="Wingdings" panose="05000000000000000000" pitchFamily="2" charset="2"/>
              <a:buChar char="n"/>
              <a:defRPr/>
            </a:pPr>
            <a:r>
              <a:t>指导老师：项目负责人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2527" y="367561"/>
            <a:ext cx="1881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visual-app 机器狗控制与可视化平台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03" y="126748"/>
            <a:ext cx="1002943" cy="1002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" name="组合 1"/>
          <p:cNvGrpSpPr/>
          <p:nvPr/>
        </p:nvGrpSpPr>
        <p:grpSpPr>
          <a:xfrm>
            <a:off x="924560" y="787400"/>
            <a:ext cx="6002020" cy="645296"/>
            <a:chOff x="2775" y="1192"/>
            <a:chExt cx="13582" cy="1949"/>
          </a:xfrm>
        </p:grpSpPr>
        <p:sp>
          <p:nvSpPr>
            <p:cNvPr id="3" name="文本框 2"/>
            <p:cNvSpPr txBox="1"/>
            <p:nvPr/>
          </p:nvSpPr>
          <p:spPr>
            <a:xfrm>
              <a:off x="7102" y="1192"/>
              <a:ext cx="4995" cy="1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Impact" panose="020B0806030902050204" pitchFamily="34" charset="0"/>
                  <a:ea typeface="等线" panose="02010600030101010101" pitchFamily="2" charset="-122"/>
                  <a:cs typeface="+mn-cs"/>
                </a:rPr>
                <a:t>CONTENTS</a:t>
              </a:r>
              <a:endPara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Impact" panose="020B0806030902050204" pitchFamily="34" charset="0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2300" y="1919"/>
              <a:ext cx="4057" cy="0"/>
            </a:xfrm>
            <a:prstGeom prst="line">
              <a:avLst/>
            </a:prstGeom>
            <a:ln w="22225">
              <a:gradFill flip="none" rotWithShape="1">
                <a:gsLst>
                  <a:gs pos="16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775" y="1919"/>
              <a:ext cx="4057" cy="0"/>
            </a:xfrm>
            <a:prstGeom prst="line">
              <a:avLst/>
            </a:prstGeom>
            <a:ln w="22225">
              <a:gradFill flip="none" rotWithShape="1">
                <a:gsLst>
                  <a:gs pos="16000">
                    <a:sysClr val="window" lastClr="FFFFFF"/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10800000" scaled="1"/>
                <a:tileRect/>
              </a:gra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2101215" y="2251075"/>
            <a:ext cx="4824730" cy="2691130"/>
            <a:chOff x="1773" y="4025"/>
            <a:chExt cx="7598" cy="4238"/>
          </a:xfrm>
        </p:grpSpPr>
        <p:sp>
          <p:nvSpPr>
            <p:cNvPr id="17" name="文本框 16"/>
            <p:cNvSpPr txBox="1"/>
            <p:nvPr/>
          </p:nvSpPr>
          <p:spPr>
            <a:xfrm>
              <a:off x="1797" y="4033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第一部分</a:t>
              </a: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4053" y="4081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281" y="4025"/>
              <a:ext cx="3777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绪论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773" y="5236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第二部分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4029" y="5284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4257" y="5228"/>
              <a:ext cx="3935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思路与研究方法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773" y="6406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第三部分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4029" y="6454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4257" y="6398"/>
              <a:ext cx="511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技术实践与成果应用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773" y="7537"/>
              <a:ext cx="2304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第四部分</a:t>
              </a: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4029" y="7585"/>
              <a:ext cx="0" cy="648"/>
            </a:xfrm>
            <a:prstGeom prst="line">
              <a:avLst/>
            </a:prstGeom>
            <a:ln>
              <a:solidFill>
                <a:sysClr val="window" lastClr="FFFFFF"/>
              </a:solidFill>
            </a:ln>
          </p:spPr>
          <p:style>
            <a:lnRef idx="1">
              <a:srgbClr val="4472C4"/>
            </a:lnRef>
            <a:fillRef idx="0">
              <a:srgbClr val="4472C4"/>
            </a:fillRef>
            <a:effectRef idx="0">
              <a:srgbClr val="4472C4"/>
            </a:effectRef>
            <a:fontRef idx="minor">
              <a:sysClr val="windowText" lastClr="000000"/>
            </a:fontRef>
          </p:style>
        </p:cxnSp>
        <p:sp>
          <p:nvSpPr>
            <p:cNvPr id="37" name="文本框 36"/>
            <p:cNvSpPr txBox="1"/>
            <p:nvPr/>
          </p:nvSpPr>
          <p:spPr>
            <a:xfrm>
              <a:off x="4257" y="7529"/>
              <a:ext cx="3479" cy="7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总结与展望</a:t>
              </a:r>
              <a:endParaRPr lang="zh-CN" altLang="en-US" sz="24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1140000">
            <a:off x="4199915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 dirty="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1</a:t>
              </a: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6120085" y="3505944"/>
            <a:ext cx="187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120085" y="2891285"/>
            <a:ext cx="1793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t>项目概述</a:t>
            </a:r>
            <a:endParaRPr lang="zh-CN" altLang="en-US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23013" y="3597384"/>
            <a:ext cx="179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t>Project Overview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项目背景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463040" y="1671955"/>
            <a:ext cx="3900170" cy="387604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58840" y="1490254"/>
            <a:ext cx="5201920" cy="4240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面向机器狗巡检/导航场景，项目需要同时解决实时可视化、任务规划、远程文件传输、视频与图像管理、AI识别和后台调度。\n\n【图片留白】建议使用：maps/map_20260402_163736/map/go2.pgm（可在前端加载后截取地图渲染图）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0000" y="4200000"/>
            <a:ext cx="4300000" cy="1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【图片留白】建议替换为：\n1) maps/map_20260402_163736/map/go2.pgm（地图底图）\n2) 前端3D地图界面截图（运行时截取）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项目价值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: 圆顶角 6"/>
          <p:cNvSpPr/>
          <p:nvPr/>
        </p:nvSpPr>
        <p:spPr>
          <a:xfrm>
            <a:off x="750570" y="1486277"/>
            <a:ext cx="3045183" cy="7639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剪去单角的矩形 5"/>
          <p:cNvSpPr/>
          <p:nvPr/>
        </p:nvSpPr>
        <p:spPr>
          <a:xfrm>
            <a:off x="750570" y="2275205"/>
            <a:ext cx="5205730" cy="4062641"/>
          </a:xfrm>
          <a:prstGeom prst="snip1Rect">
            <a:avLst>
              <a:gd name="adj" fmla="val 2377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文本框 20"/>
          <p:cNvSpPr txBox="1"/>
          <p:nvPr/>
        </p:nvSpPr>
        <p:spPr>
          <a:xfrm flipH="1">
            <a:off x="1096999" y="1564421"/>
            <a:ext cx="2352323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t>技术价值</a:t>
            </a:r>
          </a:p>
        </p:txBody>
      </p:sp>
      <p:sp>
        <p:nvSpPr>
          <p:cNvPr id="10" name="文本框 22"/>
          <p:cNvSpPr txBox="1"/>
          <p:nvPr/>
        </p:nvSpPr>
        <p:spPr>
          <a:xfrm>
            <a:off x="6994878" y="3297555"/>
            <a:ext cx="3844011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t>将 ROS、Three.js、SSE、文件代理、AI 服务整合为统一控制台。</a:t>
            </a:r>
          </a:p>
        </p:txBody>
      </p:sp>
      <p:sp>
        <p:nvSpPr>
          <p:cNvPr id="11" name="文本框 20"/>
          <p:cNvSpPr txBox="1"/>
          <p:nvPr/>
        </p:nvSpPr>
        <p:spPr>
          <a:xfrm>
            <a:off x="6994878" y="4703445"/>
            <a:ext cx="3844009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系统集成</a:t>
            </a:r>
          </a:p>
        </p:txBody>
      </p:sp>
      <p:sp>
        <p:nvSpPr>
          <p:cNvPr id="12" name="文本框 22"/>
          <p:cNvSpPr txBox="1"/>
          <p:nvPr/>
        </p:nvSpPr>
        <p:spPr>
          <a:xfrm>
            <a:off x="6994879" y="5118100"/>
            <a:ext cx="384401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t>三维地图+图像双视角，支持点位/姿态发布和任务状态可观测。</a:t>
            </a:r>
          </a:p>
        </p:txBody>
      </p:sp>
      <p:sp>
        <p:nvSpPr>
          <p:cNvPr id="13" name="剪去单角的矩形 20"/>
          <p:cNvSpPr/>
          <p:nvPr/>
        </p:nvSpPr>
        <p:spPr>
          <a:xfrm flipH="1">
            <a:off x="6258283" y="2275205"/>
            <a:ext cx="5205730" cy="4062641"/>
          </a:xfrm>
          <a:prstGeom prst="snip1Rect">
            <a:avLst>
              <a:gd name="adj" fmla="val 2377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 flipH="1">
            <a:off x="6994878" y="2804160"/>
            <a:ext cx="3844008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可运维部署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22"/>
          <p:cNvSpPr txBox="1"/>
          <p:nvPr/>
        </p:nvSpPr>
        <p:spPr>
          <a:xfrm>
            <a:off x="1394178" y="3297555"/>
            <a:ext cx="3844011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t>服务端定时任务与自动采集，减少人工值守成本。</a:t>
            </a:r>
          </a:p>
        </p:txBody>
      </p:sp>
      <p:sp>
        <p:nvSpPr>
          <p:cNvPr id="16" name="文本框 20"/>
          <p:cNvSpPr txBox="1"/>
          <p:nvPr/>
        </p:nvSpPr>
        <p:spPr>
          <a:xfrm>
            <a:off x="1394178" y="4703445"/>
            <a:ext cx="3844009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实时可视化</a:t>
            </a:r>
          </a:p>
        </p:txBody>
      </p:sp>
      <p:sp>
        <p:nvSpPr>
          <p:cNvPr id="17" name="文本框 22"/>
          <p:cNvSpPr txBox="1"/>
          <p:nvPr/>
        </p:nvSpPr>
        <p:spPr>
          <a:xfrm>
            <a:off x="1394179" y="5118100"/>
            <a:ext cx="384401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 fontAlgn="auto">
              <a:lnSpc>
                <a:spcPct val="120000"/>
              </a:lnSpc>
            </a:pPr>
            <a:r>
              <a:t>批量视频检测与报告管理，形成巡检问题闭环。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1394178" y="2804160"/>
            <a:ext cx="3844008" cy="40011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键入标题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: 圆顶角 18"/>
          <p:cNvSpPr/>
          <p:nvPr/>
        </p:nvSpPr>
        <p:spPr>
          <a:xfrm>
            <a:off x="8418830" y="1486277"/>
            <a:ext cx="3045183" cy="76390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8758238" y="1564421"/>
            <a:ext cx="2336763" cy="646331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t>业务价值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305300" y="153472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现有方案对比与本项目定位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687270" y="377104"/>
            <a:ext cx="10817461" cy="14400"/>
            <a:chOff x="772127" y="300526"/>
            <a:chExt cx="10817461" cy="14400"/>
          </a:xfrm>
          <a:solidFill>
            <a:schemeClr val="bg1"/>
          </a:solidFill>
        </p:grpSpPr>
        <p:sp>
          <p:nvSpPr>
            <p:cNvPr id="10" name="矩形 9"/>
            <p:cNvSpPr/>
            <p:nvPr/>
          </p:nvSpPr>
          <p:spPr>
            <a:xfrm>
              <a:off x="772127" y="300526"/>
              <a:ext cx="3363457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矩形 10"/>
            <p:cNvSpPr/>
            <p:nvPr/>
          </p:nvSpPr>
          <p:spPr>
            <a:xfrm>
              <a:off x="8226131" y="300526"/>
              <a:ext cx="3363457" cy="144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095999" y="984862"/>
            <a:ext cx="0" cy="5436000"/>
          </a:xfrm>
          <a:prstGeom prst="line">
            <a:avLst/>
          </a:prstGeom>
          <a:ln>
            <a:solidFill>
              <a:srgbClr val="518B5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五边形 56"/>
          <p:cNvSpPr/>
          <p:nvPr/>
        </p:nvSpPr>
        <p:spPr>
          <a:xfrm rot="5400000">
            <a:off x="2141706" y="58593"/>
            <a:ext cx="1337605" cy="3498215"/>
          </a:xfrm>
          <a:prstGeom prst="homePlate">
            <a:avLst>
              <a:gd name="adj" fmla="val 21290"/>
            </a:avLst>
          </a:prstGeom>
          <a:solidFill>
            <a:srgbClr val="367F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文本框 22"/>
          <p:cNvSpPr txBox="1"/>
          <p:nvPr/>
        </p:nvSpPr>
        <p:spPr>
          <a:xfrm flipH="1">
            <a:off x="679767" y="2767056"/>
            <a:ext cx="4260525" cy="31173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通用机器人平台偏底层，难直接满足巡检业务的地图/媒体/调度一体化。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文本框 20"/>
          <p:cNvSpPr txBox="1"/>
          <p:nvPr/>
        </p:nvSpPr>
        <p:spPr>
          <a:xfrm flipH="1">
            <a:off x="1508125" y="1365091"/>
            <a:ext cx="2606040" cy="5847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t>通用平台</a:t>
            </a:r>
          </a:p>
        </p:txBody>
      </p:sp>
      <p:sp>
        <p:nvSpPr>
          <p:cNvPr id="16" name="五边形 2"/>
          <p:cNvSpPr/>
          <p:nvPr/>
        </p:nvSpPr>
        <p:spPr>
          <a:xfrm rot="16200000" flipV="1">
            <a:off x="8807111" y="3597890"/>
            <a:ext cx="1320203" cy="3498215"/>
          </a:xfrm>
          <a:prstGeom prst="homePlate">
            <a:avLst>
              <a:gd name="adj" fmla="val 21290"/>
            </a:avLst>
          </a:prstGeom>
          <a:solidFill>
            <a:srgbClr val="367F8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文本框 22"/>
          <p:cNvSpPr txBox="1"/>
          <p:nvPr/>
        </p:nvSpPr>
        <p:spPr>
          <a:xfrm flipH="1">
            <a:off x="7176933" y="1138897"/>
            <a:ext cx="4260525" cy="3117392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marL="285750" lvl="0" indent="-28575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t>行业系统常定制化重、可复用性弱。本项目以模块化方式实现可迁移能力。</a:t>
            </a:r>
            <a:endParaRPr lang="en-US" altLang="zh-CN" sz="1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8" name="文本框 20"/>
          <p:cNvSpPr txBox="1"/>
          <p:nvPr/>
        </p:nvSpPr>
        <p:spPr>
          <a:xfrm flipH="1">
            <a:off x="8164195" y="5199380"/>
            <a:ext cx="2606040" cy="5847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t>行业落地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0000" y="4200000"/>
            <a:ext cx="4300000" cy="1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【图片留白】建议替换为：\n1) image/check/img_2026-04-03T07-14-15-837Z.jpg（巡检图像）\n2) image/20260112202425_23/img_1768220672563.png（历史采集图）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 rot="1140000">
            <a:off x="3628072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2</a:t>
              </a:r>
              <a:endParaRPr lang="en-US" altLang="zh-CN" sz="9600" dirty="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5248204" y="3470224"/>
            <a:ext cx="32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48203" y="2927005"/>
            <a:ext cx="32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t>方案设计与实现路径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51132" y="3561664"/>
            <a:ext cx="3312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t>Architecture and Implementation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总体思路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665290" y="3808730"/>
            <a:ext cx="8676000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人"/>
          <p:cNvSpPr/>
          <p:nvPr/>
        </p:nvSpPr>
        <p:spPr bwMode="auto">
          <a:xfrm>
            <a:off x="419100" y="2715261"/>
            <a:ext cx="1437640" cy="3211830"/>
          </a:xfrm>
          <a:custGeom>
            <a:avLst/>
            <a:gdLst/>
            <a:ahLst/>
            <a:cxnLst/>
            <a:rect l="0" t="0" r="r" b="b"/>
            <a:pathLst>
              <a:path w="1558925" h="3292476">
                <a:moveTo>
                  <a:pt x="1055688" y="141288"/>
                </a:moveTo>
                <a:lnTo>
                  <a:pt x="1078548" y="151445"/>
                </a:lnTo>
                <a:lnTo>
                  <a:pt x="1100773" y="161919"/>
                </a:lnTo>
                <a:lnTo>
                  <a:pt x="1122363" y="172076"/>
                </a:lnTo>
                <a:lnTo>
                  <a:pt x="1143635" y="182551"/>
                </a:lnTo>
                <a:lnTo>
                  <a:pt x="1163955" y="192708"/>
                </a:lnTo>
                <a:lnTo>
                  <a:pt x="1183958" y="202864"/>
                </a:lnTo>
                <a:lnTo>
                  <a:pt x="1203008" y="213021"/>
                </a:lnTo>
                <a:lnTo>
                  <a:pt x="1221740" y="223178"/>
                </a:lnTo>
                <a:lnTo>
                  <a:pt x="1240155" y="233335"/>
                </a:lnTo>
                <a:lnTo>
                  <a:pt x="1257300" y="243175"/>
                </a:lnTo>
                <a:lnTo>
                  <a:pt x="1274128" y="253014"/>
                </a:lnTo>
                <a:lnTo>
                  <a:pt x="1290955" y="263171"/>
                </a:lnTo>
                <a:lnTo>
                  <a:pt x="1306513" y="272693"/>
                </a:lnTo>
                <a:lnTo>
                  <a:pt x="1322070" y="282850"/>
                </a:lnTo>
                <a:lnTo>
                  <a:pt x="1336675" y="292690"/>
                </a:lnTo>
                <a:lnTo>
                  <a:pt x="1350963" y="302212"/>
                </a:lnTo>
                <a:lnTo>
                  <a:pt x="1365250" y="312686"/>
                </a:lnTo>
                <a:lnTo>
                  <a:pt x="1378903" y="322843"/>
                </a:lnTo>
                <a:lnTo>
                  <a:pt x="1392238" y="333000"/>
                </a:lnTo>
                <a:lnTo>
                  <a:pt x="1405255" y="343157"/>
                </a:lnTo>
                <a:lnTo>
                  <a:pt x="1417003" y="353631"/>
                </a:lnTo>
                <a:lnTo>
                  <a:pt x="1429068" y="363788"/>
                </a:lnTo>
                <a:lnTo>
                  <a:pt x="1440498" y="373945"/>
                </a:lnTo>
                <a:lnTo>
                  <a:pt x="1450975" y="384737"/>
                </a:lnTo>
                <a:lnTo>
                  <a:pt x="1461453" y="395211"/>
                </a:lnTo>
                <a:lnTo>
                  <a:pt x="1471295" y="406003"/>
                </a:lnTo>
                <a:lnTo>
                  <a:pt x="1480503" y="416477"/>
                </a:lnTo>
                <a:lnTo>
                  <a:pt x="1489393" y="427587"/>
                </a:lnTo>
                <a:lnTo>
                  <a:pt x="1497965" y="438696"/>
                </a:lnTo>
                <a:lnTo>
                  <a:pt x="1505903" y="449805"/>
                </a:lnTo>
                <a:lnTo>
                  <a:pt x="1513523" y="461231"/>
                </a:lnTo>
                <a:lnTo>
                  <a:pt x="1520508" y="472658"/>
                </a:lnTo>
                <a:lnTo>
                  <a:pt x="1524635" y="480276"/>
                </a:lnTo>
                <a:lnTo>
                  <a:pt x="1529080" y="488528"/>
                </a:lnTo>
                <a:lnTo>
                  <a:pt x="1533208" y="496463"/>
                </a:lnTo>
                <a:lnTo>
                  <a:pt x="1536700" y="504398"/>
                </a:lnTo>
                <a:lnTo>
                  <a:pt x="1540193" y="512651"/>
                </a:lnTo>
                <a:lnTo>
                  <a:pt x="1543368" y="520903"/>
                </a:lnTo>
                <a:lnTo>
                  <a:pt x="1545908" y="529156"/>
                </a:lnTo>
                <a:lnTo>
                  <a:pt x="1548765" y="537726"/>
                </a:lnTo>
                <a:lnTo>
                  <a:pt x="1550988" y="546296"/>
                </a:lnTo>
                <a:lnTo>
                  <a:pt x="1552893" y="554866"/>
                </a:lnTo>
                <a:lnTo>
                  <a:pt x="1554798" y="563436"/>
                </a:lnTo>
                <a:lnTo>
                  <a:pt x="1556385" y="572005"/>
                </a:lnTo>
                <a:lnTo>
                  <a:pt x="1557338" y="580575"/>
                </a:lnTo>
                <a:lnTo>
                  <a:pt x="1558290" y="589780"/>
                </a:lnTo>
                <a:lnTo>
                  <a:pt x="1558608" y="598350"/>
                </a:lnTo>
                <a:lnTo>
                  <a:pt x="1558925" y="606920"/>
                </a:lnTo>
                <a:lnTo>
                  <a:pt x="1558608" y="615172"/>
                </a:lnTo>
                <a:lnTo>
                  <a:pt x="1558290" y="623425"/>
                </a:lnTo>
                <a:lnTo>
                  <a:pt x="1557655" y="631995"/>
                </a:lnTo>
                <a:lnTo>
                  <a:pt x="1556703" y="639930"/>
                </a:lnTo>
                <a:lnTo>
                  <a:pt x="1555433" y="647865"/>
                </a:lnTo>
                <a:lnTo>
                  <a:pt x="1553528" y="655800"/>
                </a:lnTo>
                <a:lnTo>
                  <a:pt x="1551940" y="663418"/>
                </a:lnTo>
                <a:lnTo>
                  <a:pt x="1550035" y="671036"/>
                </a:lnTo>
                <a:lnTo>
                  <a:pt x="1547813" y="678653"/>
                </a:lnTo>
                <a:lnTo>
                  <a:pt x="1545273" y="685954"/>
                </a:lnTo>
                <a:lnTo>
                  <a:pt x="1542733" y="693254"/>
                </a:lnTo>
                <a:lnTo>
                  <a:pt x="1539558" y="700554"/>
                </a:lnTo>
                <a:lnTo>
                  <a:pt x="1536700" y="707537"/>
                </a:lnTo>
                <a:lnTo>
                  <a:pt x="1533525" y="714203"/>
                </a:lnTo>
                <a:lnTo>
                  <a:pt x="1530033" y="720868"/>
                </a:lnTo>
                <a:lnTo>
                  <a:pt x="1526540" y="727533"/>
                </a:lnTo>
                <a:lnTo>
                  <a:pt x="1518920" y="739912"/>
                </a:lnTo>
                <a:lnTo>
                  <a:pt x="1510665" y="751974"/>
                </a:lnTo>
                <a:lnTo>
                  <a:pt x="1502410" y="763083"/>
                </a:lnTo>
                <a:lnTo>
                  <a:pt x="1493838" y="774192"/>
                </a:lnTo>
                <a:lnTo>
                  <a:pt x="1484948" y="784031"/>
                </a:lnTo>
                <a:lnTo>
                  <a:pt x="1475105" y="793871"/>
                </a:lnTo>
                <a:lnTo>
                  <a:pt x="1465898" y="803393"/>
                </a:lnTo>
                <a:lnTo>
                  <a:pt x="1456055" y="811963"/>
                </a:lnTo>
                <a:lnTo>
                  <a:pt x="1445895" y="820533"/>
                </a:lnTo>
                <a:lnTo>
                  <a:pt x="1436053" y="828468"/>
                </a:lnTo>
                <a:lnTo>
                  <a:pt x="1425893" y="836086"/>
                </a:lnTo>
                <a:lnTo>
                  <a:pt x="1415415" y="843703"/>
                </a:lnTo>
                <a:lnTo>
                  <a:pt x="1404938" y="850686"/>
                </a:lnTo>
                <a:lnTo>
                  <a:pt x="1394143" y="857669"/>
                </a:lnTo>
                <a:lnTo>
                  <a:pt x="1383665" y="864335"/>
                </a:lnTo>
                <a:lnTo>
                  <a:pt x="1372870" y="870683"/>
                </a:lnTo>
                <a:lnTo>
                  <a:pt x="1362075" y="877031"/>
                </a:lnTo>
                <a:lnTo>
                  <a:pt x="1351280" y="882744"/>
                </a:lnTo>
                <a:lnTo>
                  <a:pt x="1329690" y="893853"/>
                </a:lnTo>
                <a:lnTo>
                  <a:pt x="1307783" y="904328"/>
                </a:lnTo>
                <a:lnTo>
                  <a:pt x="1286193" y="913850"/>
                </a:lnTo>
                <a:lnTo>
                  <a:pt x="1267143" y="921785"/>
                </a:lnTo>
                <a:lnTo>
                  <a:pt x="1248410" y="929085"/>
                </a:lnTo>
                <a:lnTo>
                  <a:pt x="1229678" y="936068"/>
                </a:lnTo>
                <a:lnTo>
                  <a:pt x="1211580" y="942733"/>
                </a:lnTo>
                <a:lnTo>
                  <a:pt x="1194118" y="948764"/>
                </a:lnTo>
                <a:lnTo>
                  <a:pt x="1177290" y="954160"/>
                </a:lnTo>
                <a:lnTo>
                  <a:pt x="1161098" y="959238"/>
                </a:lnTo>
                <a:lnTo>
                  <a:pt x="1145540" y="963682"/>
                </a:lnTo>
                <a:lnTo>
                  <a:pt x="1145540" y="1585477"/>
                </a:lnTo>
                <a:lnTo>
                  <a:pt x="1145540" y="1860666"/>
                </a:lnTo>
                <a:lnTo>
                  <a:pt x="1145540" y="3112508"/>
                </a:lnTo>
                <a:lnTo>
                  <a:pt x="1145223" y="3121713"/>
                </a:lnTo>
                <a:lnTo>
                  <a:pt x="1144588" y="3130917"/>
                </a:lnTo>
                <a:lnTo>
                  <a:pt x="1143635" y="3139805"/>
                </a:lnTo>
                <a:lnTo>
                  <a:pt x="1142048" y="3148692"/>
                </a:lnTo>
                <a:lnTo>
                  <a:pt x="1140143" y="3157262"/>
                </a:lnTo>
                <a:lnTo>
                  <a:pt x="1137603" y="3166149"/>
                </a:lnTo>
                <a:lnTo>
                  <a:pt x="1134745" y="3174402"/>
                </a:lnTo>
                <a:lnTo>
                  <a:pt x="1131253" y="3182654"/>
                </a:lnTo>
                <a:lnTo>
                  <a:pt x="1128078" y="3190589"/>
                </a:lnTo>
                <a:lnTo>
                  <a:pt x="1123950" y="3198207"/>
                </a:lnTo>
                <a:lnTo>
                  <a:pt x="1119823" y="3205825"/>
                </a:lnTo>
                <a:lnTo>
                  <a:pt x="1114743" y="3213125"/>
                </a:lnTo>
                <a:lnTo>
                  <a:pt x="1109663" y="3220108"/>
                </a:lnTo>
                <a:lnTo>
                  <a:pt x="1104583" y="3226773"/>
                </a:lnTo>
                <a:lnTo>
                  <a:pt x="1098868" y="3233439"/>
                </a:lnTo>
                <a:lnTo>
                  <a:pt x="1092835" y="3239787"/>
                </a:lnTo>
                <a:lnTo>
                  <a:pt x="1086803" y="3245818"/>
                </a:lnTo>
                <a:lnTo>
                  <a:pt x="1080135" y="3251531"/>
                </a:lnTo>
                <a:lnTo>
                  <a:pt x="1073150" y="3256609"/>
                </a:lnTo>
                <a:lnTo>
                  <a:pt x="1066165" y="3261688"/>
                </a:lnTo>
                <a:lnTo>
                  <a:pt x="1058863" y="3266449"/>
                </a:lnTo>
                <a:lnTo>
                  <a:pt x="1051560" y="3270575"/>
                </a:lnTo>
                <a:lnTo>
                  <a:pt x="1043623" y="3274701"/>
                </a:lnTo>
                <a:lnTo>
                  <a:pt x="1035685" y="3278193"/>
                </a:lnTo>
                <a:lnTo>
                  <a:pt x="1027748" y="3281684"/>
                </a:lnTo>
                <a:lnTo>
                  <a:pt x="1019175" y="3284224"/>
                </a:lnTo>
                <a:lnTo>
                  <a:pt x="1010920" y="3287080"/>
                </a:lnTo>
                <a:lnTo>
                  <a:pt x="1002030" y="3288985"/>
                </a:lnTo>
                <a:lnTo>
                  <a:pt x="993140" y="3290254"/>
                </a:lnTo>
                <a:lnTo>
                  <a:pt x="984250" y="3291524"/>
                </a:lnTo>
                <a:lnTo>
                  <a:pt x="975043" y="3292159"/>
                </a:lnTo>
                <a:lnTo>
                  <a:pt x="965518" y="3292476"/>
                </a:lnTo>
                <a:lnTo>
                  <a:pt x="956310" y="3292159"/>
                </a:lnTo>
                <a:lnTo>
                  <a:pt x="947420" y="3291524"/>
                </a:lnTo>
                <a:lnTo>
                  <a:pt x="938213" y="3290254"/>
                </a:lnTo>
                <a:lnTo>
                  <a:pt x="929323" y="3288985"/>
                </a:lnTo>
                <a:lnTo>
                  <a:pt x="920750" y="3287080"/>
                </a:lnTo>
                <a:lnTo>
                  <a:pt x="912178" y="3284224"/>
                </a:lnTo>
                <a:lnTo>
                  <a:pt x="903923" y="3281684"/>
                </a:lnTo>
                <a:lnTo>
                  <a:pt x="895985" y="3278193"/>
                </a:lnTo>
                <a:lnTo>
                  <a:pt x="887730" y="3274701"/>
                </a:lnTo>
                <a:lnTo>
                  <a:pt x="879793" y="3270575"/>
                </a:lnTo>
                <a:lnTo>
                  <a:pt x="872173" y="3266449"/>
                </a:lnTo>
                <a:lnTo>
                  <a:pt x="865188" y="3261688"/>
                </a:lnTo>
                <a:lnTo>
                  <a:pt x="857885" y="3256609"/>
                </a:lnTo>
                <a:lnTo>
                  <a:pt x="851218" y="3251531"/>
                </a:lnTo>
                <a:lnTo>
                  <a:pt x="844550" y="3245818"/>
                </a:lnTo>
                <a:lnTo>
                  <a:pt x="838518" y="3239787"/>
                </a:lnTo>
                <a:lnTo>
                  <a:pt x="832485" y="3233439"/>
                </a:lnTo>
                <a:lnTo>
                  <a:pt x="826770" y="3226773"/>
                </a:lnTo>
                <a:lnTo>
                  <a:pt x="821373" y="3220108"/>
                </a:lnTo>
                <a:lnTo>
                  <a:pt x="816293" y="3213125"/>
                </a:lnTo>
                <a:lnTo>
                  <a:pt x="811848" y="3205825"/>
                </a:lnTo>
                <a:lnTo>
                  <a:pt x="807403" y="3198207"/>
                </a:lnTo>
                <a:lnTo>
                  <a:pt x="803593" y="3190589"/>
                </a:lnTo>
                <a:lnTo>
                  <a:pt x="799783" y="3182654"/>
                </a:lnTo>
                <a:lnTo>
                  <a:pt x="796925" y="3174402"/>
                </a:lnTo>
                <a:lnTo>
                  <a:pt x="793750" y="3166149"/>
                </a:lnTo>
                <a:lnTo>
                  <a:pt x="791528" y="3157262"/>
                </a:lnTo>
                <a:lnTo>
                  <a:pt x="789623" y="3148692"/>
                </a:lnTo>
                <a:lnTo>
                  <a:pt x="787718" y="3139805"/>
                </a:lnTo>
                <a:lnTo>
                  <a:pt x="786765" y="3130917"/>
                </a:lnTo>
                <a:lnTo>
                  <a:pt x="785813" y="3121713"/>
                </a:lnTo>
                <a:lnTo>
                  <a:pt x="785813" y="3112508"/>
                </a:lnTo>
                <a:lnTo>
                  <a:pt x="785813" y="1973345"/>
                </a:lnTo>
                <a:lnTo>
                  <a:pt x="718503" y="1973345"/>
                </a:lnTo>
                <a:lnTo>
                  <a:pt x="718503" y="3112508"/>
                </a:lnTo>
                <a:lnTo>
                  <a:pt x="718185" y="3121713"/>
                </a:lnTo>
                <a:lnTo>
                  <a:pt x="717550" y="3130917"/>
                </a:lnTo>
                <a:lnTo>
                  <a:pt x="715963" y="3139805"/>
                </a:lnTo>
                <a:lnTo>
                  <a:pt x="714693" y="3148692"/>
                </a:lnTo>
                <a:lnTo>
                  <a:pt x="712788" y="3157262"/>
                </a:lnTo>
                <a:lnTo>
                  <a:pt x="710248" y="3166149"/>
                </a:lnTo>
                <a:lnTo>
                  <a:pt x="707390" y="3174402"/>
                </a:lnTo>
                <a:lnTo>
                  <a:pt x="704215" y="3182654"/>
                </a:lnTo>
                <a:lnTo>
                  <a:pt x="700405" y="3190589"/>
                </a:lnTo>
                <a:lnTo>
                  <a:pt x="696595" y="3198207"/>
                </a:lnTo>
                <a:lnTo>
                  <a:pt x="692150" y="3205825"/>
                </a:lnTo>
                <a:lnTo>
                  <a:pt x="687388" y="3213125"/>
                </a:lnTo>
                <a:lnTo>
                  <a:pt x="682625" y="3220108"/>
                </a:lnTo>
                <a:lnTo>
                  <a:pt x="677228" y="3226773"/>
                </a:lnTo>
                <a:lnTo>
                  <a:pt x="671513" y="3233439"/>
                </a:lnTo>
                <a:lnTo>
                  <a:pt x="665480" y="3239787"/>
                </a:lnTo>
                <a:lnTo>
                  <a:pt x="659448" y="3245818"/>
                </a:lnTo>
                <a:lnTo>
                  <a:pt x="652780" y="3251531"/>
                </a:lnTo>
                <a:lnTo>
                  <a:pt x="646113" y="3256609"/>
                </a:lnTo>
                <a:lnTo>
                  <a:pt x="639128" y="3261688"/>
                </a:lnTo>
                <a:lnTo>
                  <a:pt x="631825" y="3266449"/>
                </a:lnTo>
                <a:lnTo>
                  <a:pt x="624205" y="3270575"/>
                </a:lnTo>
                <a:lnTo>
                  <a:pt x="616585" y="3274701"/>
                </a:lnTo>
                <a:lnTo>
                  <a:pt x="608330" y="3278193"/>
                </a:lnTo>
                <a:lnTo>
                  <a:pt x="600075" y="3281684"/>
                </a:lnTo>
                <a:lnTo>
                  <a:pt x="591820" y="3284224"/>
                </a:lnTo>
                <a:lnTo>
                  <a:pt x="583248" y="3287080"/>
                </a:lnTo>
                <a:lnTo>
                  <a:pt x="574675" y="3288985"/>
                </a:lnTo>
                <a:lnTo>
                  <a:pt x="565468" y="3290254"/>
                </a:lnTo>
                <a:lnTo>
                  <a:pt x="556578" y="3291524"/>
                </a:lnTo>
                <a:lnTo>
                  <a:pt x="547688" y="3292159"/>
                </a:lnTo>
                <a:lnTo>
                  <a:pt x="538480" y="3292476"/>
                </a:lnTo>
                <a:lnTo>
                  <a:pt x="528955" y="3292159"/>
                </a:lnTo>
                <a:lnTo>
                  <a:pt x="520065" y="3291524"/>
                </a:lnTo>
                <a:lnTo>
                  <a:pt x="510858" y="3290254"/>
                </a:lnTo>
                <a:lnTo>
                  <a:pt x="502285" y="3288985"/>
                </a:lnTo>
                <a:lnTo>
                  <a:pt x="493395" y="3287080"/>
                </a:lnTo>
                <a:lnTo>
                  <a:pt x="484823" y="3284224"/>
                </a:lnTo>
                <a:lnTo>
                  <a:pt x="476568" y="3281684"/>
                </a:lnTo>
                <a:lnTo>
                  <a:pt x="468313" y="3278193"/>
                </a:lnTo>
                <a:lnTo>
                  <a:pt x="460375" y="3274701"/>
                </a:lnTo>
                <a:lnTo>
                  <a:pt x="452755" y="3270575"/>
                </a:lnTo>
                <a:lnTo>
                  <a:pt x="445135" y="3266449"/>
                </a:lnTo>
                <a:lnTo>
                  <a:pt x="437833" y="3261688"/>
                </a:lnTo>
                <a:lnTo>
                  <a:pt x="430848" y="3256609"/>
                </a:lnTo>
                <a:lnTo>
                  <a:pt x="423863" y="3251531"/>
                </a:lnTo>
                <a:lnTo>
                  <a:pt x="417513" y="3245818"/>
                </a:lnTo>
                <a:lnTo>
                  <a:pt x="411163" y="3239787"/>
                </a:lnTo>
                <a:lnTo>
                  <a:pt x="405130" y="3233439"/>
                </a:lnTo>
                <a:lnTo>
                  <a:pt x="399415" y="3226773"/>
                </a:lnTo>
                <a:lnTo>
                  <a:pt x="394018" y="3220108"/>
                </a:lnTo>
                <a:lnTo>
                  <a:pt x="389255" y="3213125"/>
                </a:lnTo>
                <a:lnTo>
                  <a:pt x="384493" y="3205825"/>
                </a:lnTo>
                <a:lnTo>
                  <a:pt x="380365" y="3198207"/>
                </a:lnTo>
                <a:lnTo>
                  <a:pt x="376238" y="3190589"/>
                </a:lnTo>
                <a:lnTo>
                  <a:pt x="372428" y="3182654"/>
                </a:lnTo>
                <a:lnTo>
                  <a:pt x="369253" y="3174402"/>
                </a:lnTo>
                <a:lnTo>
                  <a:pt x="366713" y="3166149"/>
                </a:lnTo>
                <a:lnTo>
                  <a:pt x="363855" y="3157262"/>
                </a:lnTo>
                <a:lnTo>
                  <a:pt x="361950" y="3148692"/>
                </a:lnTo>
                <a:lnTo>
                  <a:pt x="360680" y="3139805"/>
                </a:lnTo>
                <a:lnTo>
                  <a:pt x="359410" y="3130917"/>
                </a:lnTo>
                <a:lnTo>
                  <a:pt x="358775" y="3121713"/>
                </a:lnTo>
                <a:lnTo>
                  <a:pt x="358140" y="3112508"/>
                </a:lnTo>
                <a:lnTo>
                  <a:pt x="358140" y="1860666"/>
                </a:lnTo>
                <a:lnTo>
                  <a:pt x="358140" y="1585477"/>
                </a:lnTo>
                <a:lnTo>
                  <a:pt x="358140" y="1022084"/>
                </a:lnTo>
                <a:lnTo>
                  <a:pt x="353060" y="1026845"/>
                </a:lnTo>
                <a:lnTo>
                  <a:pt x="347345" y="1031924"/>
                </a:lnTo>
                <a:lnTo>
                  <a:pt x="341948" y="1037637"/>
                </a:lnTo>
                <a:lnTo>
                  <a:pt x="336233" y="1043351"/>
                </a:lnTo>
                <a:lnTo>
                  <a:pt x="330518" y="1050016"/>
                </a:lnTo>
                <a:lnTo>
                  <a:pt x="324803" y="1057316"/>
                </a:lnTo>
                <a:lnTo>
                  <a:pt x="319088" y="1065251"/>
                </a:lnTo>
                <a:lnTo>
                  <a:pt x="313373" y="1073821"/>
                </a:lnTo>
                <a:lnTo>
                  <a:pt x="307658" y="1082709"/>
                </a:lnTo>
                <a:lnTo>
                  <a:pt x="302260" y="1092548"/>
                </a:lnTo>
                <a:lnTo>
                  <a:pt x="296545" y="1103340"/>
                </a:lnTo>
                <a:lnTo>
                  <a:pt x="290830" y="1115084"/>
                </a:lnTo>
                <a:lnTo>
                  <a:pt x="285433" y="1127145"/>
                </a:lnTo>
                <a:lnTo>
                  <a:pt x="280353" y="1140476"/>
                </a:lnTo>
                <a:lnTo>
                  <a:pt x="274955" y="1154759"/>
                </a:lnTo>
                <a:lnTo>
                  <a:pt x="269875" y="1169677"/>
                </a:lnTo>
                <a:lnTo>
                  <a:pt x="266065" y="1182691"/>
                </a:lnTo>
                <a:lnTo>
                  <a:pt x="261938" y="1196339"/>
                </a:lnTo>
                <a:lnTo>
                  <a:pt x="258128" y="1210305"/>
                </a:lnTo>
                <a:lnTo>
                  <a:pt x="254953" y="1225223"/>
                </a:lnTo>
                <a:lnTo>
                  <a:pt x="251778" y="1240776"/>
                </a:lnTo>
                <a:lnTo>
                  <a:pt x="248603" y="1256646"/>
                </a:lnTo>
                <a:lnTo>
                  <a:pt x="246063" y="1273786"/>
                </a:lnTo>
                <a:lnTo>
                  <a:pt x="243205" y="1291243"/>
                </a:lnTo>
                <a:lnTo>
                  <a:pt x="240983" y="1309970"/>
                </a:lnTo>
                <a:lnTo>
                  <a:pt x="239078" y="1329014"/>
                </a:lnTo>
                <a:lnTo>
                  <a:pt x="237490" y="1348693"/>
                </a:lnTo>
                <a:lnTo>
                  <a:pt x="235585" y="1369325"/>
                </a:lnTo>
                <a:lnTo>
                  <a:pt x="234633" y="1390591"/>
                </a:lnTo>
                <a:lnTo>
                  <a:pt x="233680" y="1412809"/>
                </a:lnTo>
                <a:lnTo>
                  <a:pt x="233045" y="1435979"/>
                </a:lnTo>
                <a:lnTo>
                  <a:pt x="233045" y="1459467"/>
                </a:lnTo>
                <a:lnTo>
                  <a:pt x="233363" y="1488351"/>
                </a:lnTo>
                <a:lnTo>
                  <a:pt x="233998" y="1517870"/>
                </a:lnTo>
                <a:lnTo>
                  <a:pt x="235268" y="1548658"/>
                </a:lnTo>
                <a:lnTo>
                  <a:pt x="237173" y="1580716"/>
                </a:lnTo>
                <a:lnTo>
                  <a:pt x="239395" y="1614043"/>
                </a:lnTo>
                <a:lnTo>
                  <a:pt x="242253" y="1648005"/>
                </a:lnTo>
                <a:lnTo>
                  <a:pt x="246063" y="1683555"/>
                </a:lnTo>
                <a:lnTo>
                  <a:pt x="250190" y="1720374"/>
                </a:lnTo>
                <a:lnTo>
                  <a:pt x="254953" y="1758145"/>
                </a:lnTo>
                <a:lnTo>
                  <a:pt x="260668" y="1797185"/>
                </a:lnTo>
                <a:lnTo>
                  <a:pt x="266700" y="1837496"/>
                </a:lnTo>
                <a:lnTo>
                  <a:pt x="273685" y="1879076"/>
                </a:lnTo>
                <a:lnTo>
                  <a:pt x="281305" y="1921925"/>
                </a:lnTo>
                <a:lnTo>
                  <a:pt x="289243" y="1966044"/>
                </a:lnTo>
                <a:lnTo>
                  <a:pt x="298450" y="2011433"/>
                </a:lnTo>
                <a:lnTo>
                  <a:pt x="307975" y="2058409"/>
                </a:lnTo>
                <a:lnTo>
                  <a:pt x="309245" y="2064440"/>
                </a:lnTo>
                <a:lnTo>
                  <a:pt x="310198" y="2070153"/>
                </a:lnTo>
                <a:lnTo>
                  <a:pt x="310515" y="2076184"/>
                </a:lnTo>
                <a:lnTo>
                  <a:pt x="310833" y="2081579"/>
                </a:lnTo>
                <a:lnTo>
                  <a:pt x="310833" y="2087610"/>
                </a:lnTo>
                <a:lnTo>
                  <a:pt x="310515" y="2093323"/>
                </a:lnTo>
                <a:lnTo>
                  <a:pt x="309880" y="2099037"/>
                </a:lnTo>
                <a:lnTo>
                  <a:pt x="308928" y="2104750"/>
                </a:lnTo>
                <a:lnTo>
                  <a:pt x="307340" y="2110146"/>
                </a:lnTo>
                <a:lnTo>
                  <a:pt x="306070" y="2115542"/>
                </a:lnTo>
                <a:lnTo>
                  <a:pt x="304483" y="2120938"/>
                </a:lnTo>
                <a:lnTo>
                  <a:pt x="302578" y="2126333"/>
                </a:lnTo>
                <a:lnTo>
                  <a:pt x="300038" y="2131412"/>
                </a:lnTo>
                <a:lnTo>
                  <a:pt x="297815" y="2136490"/>
                </a:lnTo>
                <a:lnTo>
                  <a:pt x="295275" y="2141251"/>
                </a:lnTo>
                <a:lnTo>
                  <a:pt x="292100" y="2146013"/>
                </a:lnTo>
                <a:lnTo>
                  <a:pt x="288925" y="2150774"/>
                </a:lnTo>
                <a:lnTo>
                  <a:pt x="285433" y="2155217"/>
                </a:lnTo>
                <a:lnTo>
                  <a:pt x="281940" y="2159344"/>
                </a:lnTo>
                <a:lnTo>
                  <a:pt x="278130" y="2163470"/>
                </a:lnTo>
                <a:lnTo>
                  <a:pt x="274320" y="2167279"/>
                </a:lnTo>
                <a:lnTo>
                  <a:pt x="269875" y="2171405"/>
                </a:lnTo>
                <a:lnTo>
                  <a:pt x="265748" y="2174579"/>
                </a:lnTo>
                <a:lnTo>
                  <a:pt x="261303" y="2178388"/>
                </a:lnTo>
                <a:lnTo>
                  <a:pt x="256223" y="2181244"/>
                </a:lnTo>
                <a:lnTo>
                  <a:pt x="251778" y="2184418"/>
                </a:lnTo>
                <a:lnTo>
                  <a:pt x="246380" y="2186958"/>
                </a:lnTo>
                <a:lnTo>
                  <a:pt x="241300" y="2189180"/>
                </a:lnTo>
                <a:lnTo>
                  <a:pt x="235585" y="2191719"/>
                </a:lnTo>
                <a:lnTo>
                  <a:pt x="230505" y="2193623"/>
                </a:lnTo>
                <a:lnTo>
                  <a:pt x="224473" y="2195210"/>
                </a:lnTo>
                <a:lnTo>
                  <a:pt x="218758" y="2196480"/>
                </a:lnTo>
                <a:lnTo>
                  <a:pt x="212408" y="2198067"/>
                </a:lnTo>
                <a:lnTo>
                  <a:pt x="206375" y="2198702"/>
                </a:lnTo>
                <a:lnTo>
                  <a:pt x="200025" y="2199336"/>
                </a:lnTo>
                <a:lnTo>
                  <a:pt x="194310" y="2199336"/>
                </a:lnTo>
                <a:lnTo>
                  <a:pt x="189230" y="2199336"/>
                </a:lnTo>
                <a:lnTo>
                  <a:pt x="184150" y="2199019"/>
                </a:lnTo>
                <a:lnTo>
                  <a:pt x="179070" y="2198384"/>
                </a:lnTo>
                <a:lnTo>
                  <a:pt x="174308" y="2197749"/>
                </a:lnTo>
                <a:lnTo>
                  <a:pt x="169545" y="2196480"/>
                </a:lnTo>
                <a:lnTo>
                  <a:pt x="164465" y="2195210"/>
                </a:lnTo>
                <a:lnTo>
                  <a:pt x="160020" y="2193941"/>
                </a:lnTo>
                <a:lnTo>
                  <a:pt x="155258" y="2192671"/>
                </a:lnTo>
                <a:lnTo>
                  <a:pt x="151130" y="2191084"/>
                </a:lnTo>
                <a:lnTo>
                  <a:pt x="146368" y="2188862"/>
                </a:lnTo>
                <a:lnTo>
                  <a:pt x="141923" y="2186958"/>
                </a:lnTo>
                <a:lnTo>
                  <a:pt x="137795" y="2184736"/>
                </a:lnTo>
                <a:lnTo>
                  <a:pt x="133350" y="2181879"/>
                </a:lnTo>
                <a:lnTo>
                  <a:pt x="129223" y="2179340"/>
                </a:lnTo>
                <a:lnTo>
                  <a:pt x="125413" y="2176801"/>
                </a:lnTo>
                <a:lnTo>
                  <a:pt x="121603" y="2173627"/>
                </a:lnTo>
                <a:lnTo>
                  <a:pt x="117793" y="2170770"/>
                </a:lnTo>
                <a:lnTo>
                  <a:pt x="113983" y="2167279"/>
                </a:lnTo>
                <a:lnTo>
                  <a:pt x="110808" y="2164105"/>
                </a:lnTo>
                <a:lnTo>
                  <a:pt x="107315" y="2160296"/>
                </a:lnTo>
                <a:lnTo>
                  <a:pt x="104140" y="2156804"/>
                </a:lnTo>
                <a:lnTo>
                  <a:pt x="101283" y="2152678"/>
                </a:lnTo>
                <a:lnTo>
                  <a:pt x="98425" y="2148869"/>
                </a:lnTo>
                <a:lnTo>
                  <a:pt x="95568" y="2144743"/>
                </a:lnTo>
                <a:lnTo>
                  <a:pt x="93028" y="2140617"/>
                </a:lnTo>
                <a:lnTo>
                  <a:pt x="90805" y="2136173"/>
                </a:lnTo>
                <a:lnTo>
                  <a:pt x="88583" y="2131412"/>
                </a:lnTo>
                <a:lnTo>
                  <a:pt x="86678" y="2126968"/>
                </a:lnTo>
                <a:lnTo>
                  <a:pt x="84455" y="2122207"/>
                </a:lnTo>
                <a:lnTo>
                  <a:pt x="83185" y="2117129"/>
                </a:lnTo>
                <a:lnTo>
                  <a:pt x="81598" y="2112368"/>
                </a:lnTo>
                <a:lnTo>
                  <a:pt x="80645" y="2107289"/>
                </a:lnTo>
                <a:lnTo>
                  <a:pt x="70168" y="2058091"/>
                </a:lnTo>
                <a:lnTo>
                  <a:pt x="60643" y="2010163"/>
                </a:lnTo>
                <a:lnTo>
                  <a:pt x="52070" y="1963822"/>
                </a:lnTo>
                <a:lnTo>
                  <a:pt x="44133" y="1918116"/>
                </a:lnTo>
                <a:lnTo>
                  <a:pt x="36830" y="1873997"/>
                </a:lnTo>
                <a:lnTo>
                  <a:pt x="30163" y="1830830"/>
                </a:lnTo>
                <a:lnTo>
                  <a:pt x="24130" y="1788933"/>
                </a:lnTo>
                <a:lnTo>
                  <a:pt x="19050" y="1747988"/>
                </a:lnTo>
                <a:lnTo>
                  <a:pt x="14288" y="1708630"/>
                </a:lnTo>
                <a:lnTo>
                  <a:pt x="10478" y="1669589"/>
                </a:lnTo>
                <a:lnTo>
                  <a:pt x="7303" y="1632135"/>
                </a:lnTo>
                <a:lnTo>
                  <a:pt x="4763" y="1595634"/>
                </a:lnTo>
                <a:lnTo>
                  <a:pt x="2858" y="1560084"/>
                </a:lnTo>
                <a:lnTo>
                  <a:pt x="1270" y="1525487"/>
                </a:lnTo>
                <a:lnTo>
                  <a:pt x="318" y="1491843"/>
                </a:lnTo>
                <a:lnTo>
                  <a:pt x="0" y="1459467"/>
                </a:lnTo>
                <a:lnTo>
                  <a:pt x="0" y="1439153"/>
                </a:lnTo>
                <a:lnTo>
                  <a:pt x="318" y="1418840"/>
                </a:lnTo>
                <a:lnTo>
                  <a:pt x="1270" y="1399161"/>
                </a:lnTo>
                <a:lnTo>
                  <a:pt x="1905" y="1380116"/>
                </a:lnTo>
                <a:lnTo>
                  <a:pt x="2858" y="1360755"/>
                </a:lnTo>
                <a:lnTo>
                  <a:pt x="4128" y="1342028"/>
                </a:lnTo>
                <a:lnTo>
                  <a:pt x="5398" y="1323936"/>
                </a:lnTo>
                <a:lnTo>
                  <a:pt x="6985" y="1305844"/>
                </a:lnTo>
                <a:lnTo>
                  <a:pt x="9208" y="1288704"/>
                </a:lnTo>
                <a:lnTo>
                  <a:pt x="11113" y="1271247"/>
                </a:lnTo>
                <a:lnTo>
                  <a:pt x="13335" y="1254424"/>
                </a:lnTo>
                <a:lnTo>
                  <a:pt x="15875" y="1237919"/>
                </a:lnTo>
                <a:lnTo>
                  <a:pt x="18415" y="1221414"/>
                </a:lnTo>
                <a:lnTo>
                  <a:pt x="21273" y="1205861"/>
                </a:lnTo>
                <a:lnTo>
                  <a:pt x="24448" y="1190309"/>
                </a:lnTo>
                <a:lnTo>
                  <a:pt x="27623" y="1175073"/>
                </a:lnTo>
                <a:lnTo>
                  <a:pt x="31115" y="1160155"/>
                </a:lnTo>
                <a:lnTo>
                  <a:pt x="34608" y="1145555"/>
                </a:lnTo>
                <a:lnTo>
                  <a:pt x="38418" y="1131272"/>
                </a:lnTo>
                <a:lnTo>
                  <a:pt x="42228" y="1117306"/>
                </a:lnTo>
                <a:lnTo>
                  <a:pt x="46355" y="1103657"/>
                </a:lnTo>
                <a:lnTo>
                  <a:pt x="50483" y="1090326"/>
                </a:lnTo>
                <a:lnTo>
                  <a:pt x="55245" y="1077313"/>
                </a:lnTo>
                <a:lnTo>
                  <a:pt x="59690" y="1064617"/>
                </a:lnTo>
                <a:lnTo>
                  <a:pt x="64453" y="1052238"/>
                </a:lnTo>
                <a:lnTo>
                  <a:pt x="69533" y="1039859"/>
                </a:lnTo>
                <a:lnTo>
                  <a:pt x="74613" y="1027798"/>
                </a:lnTo>
                <a:lnTo>
                  <a:pt x="80010" y="1016689"/>
                </a:lnTo>
                <a:lnTo>
                  <a:pt x="85090" y="1004945"/>
                </a:lnTo>
                <a:lnTo>
                  <a:pt x="90805" y="994153"/>
                </a:lnTo>
                <a:lnTo>
                  <a:pt x="96520" y="983044"/>
                </a:lnTo>
                <a:lnTo>
                  <a:pt x="102553" y="972887"/>
                </a:lnTo>
                <a:lnTo>
                  <a:pt x="108585" y="962413"/>
                </a:lnTo>
                <a:lnTo>
                  <a:pt x="114300" y="952573"/>
                </a:lnTo>
                <a:lnTo>
                  <a:pt x="120650" y="942416"/>
                </a:lnTo>
                <a:lnTo>
                  <a:pt x="127000" y="933211"/>
                </a:lnTo>
                <a:lnTo>
                  <a:pt x="133668" y="924324"/>
                </a:lnTo>
                <a:lnTo>
                  <a:pt x="140335" y="915119"/>
                </a:lnTo>
                <a:lnTo>
                  <a:pt x="147003" y="906549"/>
                </a:lnTo>
                <a:lnTo>
                  <a:pt x="153988" y="898297"/>
                </a:lnTo>
                <a:lnTo>
                  <a:pt x="160973" y="890362"/>
                </a:lnTo>
                <a:lnTo>
                  <a:pt x="167958" y="882744"/>
                </a:lnTo>
                <a:lnTo>
                  <a:pt x="175260" y="875126"/>
                </a:lnTo>
                <a:lnTo>
                  <a:pt x="182245" y="867826"/>
                </a:lnTo>
                <a:lnTo>
                  <a:pt x="189548" y="860843"/>
                </a:lnTo>
                <a:lnTo>
                  <a:pt x="196850" y="854178"/>
                </a:lnTo>
                <a:lnTo>
                  <a:pt x="204153" y="847830"/>
                </a:lnTo>
                <a:lnTo>
                  <a:pt x="211773" y="841482"/>
                </a:lnTo>
                <a:lnTo>
                  <a:pt x="219075" y="835451"/>
                </a:lnTo>
                <a:lnTo>
                  <a:pt x="226695" y="829738"/>
                </a:lnTo>
                <a:lnTo>
                  <a:pt x="233998" y="824342"/>
                </a:lnTo>
                <a:lnTo>
                  <a:pt x="241618" y="819263"/>
                </a:lnTo>
                <a:lnTo>
                  <a:pt x="249238" y="814185"/>
                </a:lnTo>
                <a:lnTo>
                  <a:pt x="256540" y="809741"/>
                </a:lnTo>
                <a:lnTo>
                  <a:pt x="271463" y="800536"/>
                </a:lnTo>
                <a:lnTo>
                  <a:pt x="286385" y="792919"/>
                </a:lnTo>
                <a:lnTo>
                  <a:pt x="301625" y="785936"/>
                </a:lnTo>
                <a:lnTo>
                  <a:pt x="315913" y="779905"/>
                </a:lnTo>
                <a:lnTo>
                  <a:pt x="330200" y="774827"/>
                </a:lnTo>
                <a:lnTo>
                  <a:pt x="339408" y="771653"/>
                </a:lnTo>
                <a:lnTo>
                  <a:pt x="348298" y="768796"/>
                </a:lnTo>
                <a:lnTo>
                  <a:pt x="357188" y="766574"/>
                </a:lnTo>
                <a:lnTo>
                  <a:pt x="366078" y="764035"/>
                </a:lnTo>
                <a:lnTo>
                  <a:pt x="374650" y="762131"/>
                </a:lnTo>
                <a:lnTo>
                  <a:pt x="382905" y="760544"/>
                </a:lnTo>
                <a:lnTo>
                  <a:pt x="398463" y="757687"/>
                </a:lnTo>
                <a:lnTo>
                  <a:pt x="413385" y="755782"/>
                </a:lnTo>
                <a:lnTo>
                  <a:pt x="427038" y="754830"/>
                </a:lnTo>
                <a:lnTo>
                  <a:pt x="439420" y="754195"/>
                </a:lnTo>
                <a:lnTo>
                  <a:pt x="450215" y="753878"/>
                </a:lnTo>
                <a:lnTo>
                  <a:pt x="456883" y="753878"/>
                </a:lnTo>
                <a:lnTo>
                  <a:pt x="463868" y="753243"/>
                </a:lnTo>
                <a:lnTo>
                  <a:pt x="470853" y="752926"/>
                </a:lnTo>
                <a:lnTo>
                  <a:pt x="1032828" y="752926"/>
                </a:lnTo>
                <a:lnTo>
                  <a:pt x="1039178" y="751339"/>
                </a:lnTo>
                <a:lnTo>
                  <a:pt x="1052513" y="747847"/>
                </a:lnTo>
                <a:lnTo>
                  <a:pt x="1068388" y="743404"/>
                </a:lnTo>
                <a:lnTo>
                  <a:pt x="1086168" y="738643"/>
                </a:lnTo>
                <a:lnTo>
                  <a:pt x="1105218" y="732612"/>
                </a:lnTo>
                <a:lnTo>
                  <a:pt x="1125855" y="726264"/>
                </a:lnTo>
                <a:lnTo>
                  <a:pt x="1147128" y="718646"/>
                </a:lnTo>
                <a:lnTo>
                  <a:pt x="1168718" y="710711"/>
                </a:lnTo>
                <a:lnTo>
                  <a:pt x="1190308" y="701506"/>
                </a:lnTo>
                <a:lnTo>
                  <a:pt x="1211898" y="692302"/>
                </a:lnTo>
                <a:lnTo>
                  <a:pt x="1222058" y="687223"/>
                </a:lnTo>
                <a:lnTo>
                  <a:pt x="1232535" y="682462"/>
                </a:lnTo>
                <a:lnTo>
                  <a:pt x="1242060" y="677066"/>
                </a:lnTo>
                <a:lnTo>
                  <a:pt x="1251585" y="671670"/>
                </a:lnTo>
                <a:lnTo>
                  <a:pt x="1261110" y="666592"/>
                </a:lnTo>
                <a:lnTo>
                  <a:pt x="1269683" y="661196"/>
                </a:lnTo>
                <a:lnTo>
                  <a:pt x="1280478" y="653896"/>
                </a:lnTo>
                <a:lnTo>
                  <a:pt x="1290638" y="646913"/>
                </a:lnTo>
                <a:lnTo>
                  <a:pt x="1299210" y="639930"/>
                </a:lnTo>
                <a:lnTo>
                  <a:pt x="1306513" y="633264"/>
                </a:lnTo>
                <a:lnTo>
                  <a:pt x="1312863" y="627234"/>
                </a:lnTo>
                <a:lnTo>
                  <a:pt x="1317625" y="621520"/>
                </a:lnTo>
                <a:lnTo>
                  <a:pt x="1321435" y="617077"/>
                </a:lnTo>
                <a:lnTo>
                  <a:pt x="1323340" y="612951"/>
                </a:lnTo>
                <a:lnTo>
                  <a:pt x="1324928" y="610094"/>
                </a:lnTo>
                <a:lnTo>
                  <a:pt x="1325880" y="608190"/>
                </a:lnTo>
                <a:lnTo>
                  <a:pt x="1325880" y="606920"/>
                </a:lnTo>
                <a:lnTo>
                  <a:pt x="1325880" y="605650"/>
                </a:lnTo>
                <a:lnTo>
                  <a:pt x="1324928" y="602794"/>
                </a:lnTo>
                <a:lnTo>
                  <a:pt x="1324293" y="600254"/>
                </a:lnTo>
                <a:lnTo>
                  <a:pt x="1323023" y="597398"/>
                </a:lnTo>
                <a:lnTo>
                  <a:pt x="1321435" y="593589"/>
                </a:lnTo>
                <a:lnTo>
                  <a:pt x="1319213" y="589463"/>
                </a:lnTo>
                <a:lnTo>
                  <a:pt x="1315720" y="584384"/>
                </a:lnTo>
                <a:lnTo>
                  <a:pt x="1312228" y="578354"/>
                </a:lnTo>
                <a:lnTo>
                  <a:pt x="1307148" y="572005"/>
                </a:lnTo>
                <a:lnTo>
                  <a:pt x="1301433" y="565340"/>
                </a:lnTo>
                <a:lnTo>
                  <a:pt x="1294448" y="557722"/>
                </a:lnTo>
                <a:lnTo>
                  <a:pt x="1286828" y="549787"/>
                </a:lnTo>
                <a:lnTo>
                  <a:pt x="1278255" y="541535"/>
                </a:lnTo>
                <a:lnTo>
                  <a:pt x="1268413" y="532647"/>
                </a:lnTo>
                <a:lnTo>
                  <a:pt x="1253808" y="520269"/>
                </a:lnTo>
                <a:lnTo>
                  <a:pt x="1237298" y="507572"/>
                </a:lnTo>
                <a:lnTo>
                  <a:pt x="1218883" y="493924"/>
                </a:lnTo>
                <a:lnTo>
                  <a:pt x="1198563" y="480276"/>
                </a:lnTo>
                <a:lnTo>
                  <a:pt x="1176020" y="465675"/>
                </a:lnTo>
                <a:lnTo>
                  <a:pt x="1151573" y="451074"/>
                </a:lnTo>
                <a:lnTo>
                  <a:pt x="1125220" y="435522"/>
                </a:lnTo>
                <a:lnTo>
                  <a:pt x="1096328" y="419969"/>
                </a:lnTo>
                <a:lnTo>
                  <a:pt x="1097915" y="414256"/>
                </a:lnTo>
                <a:lnTo>
                  <a:pt x="1099185" y="408860"/>
                </a:lnTo>
                <a:lnTo>
                  <a:pt x="1101090" y="400290"/>
                </a:lnTo>
                <a:lnTo>
                  <a:pt x="1102678" y="391720"/>
                </a:lnTo>
                <a:lnTo>
                  <a:pt x="1104583" y="382833"/>
                </a:lnTo>
                <a:lnTo>
                  <a:pt x="1105535" y="373945"/>
                </a:lnTo>
                <a:lnTo>
                  <a:pt x="1106488" y="365375"/>
                </a:lnTo>
                <a:lnTo>
                  <a:pt x="1107440" y="356805"/>
                </a:lnTo>
                <a:lnTo>
                  <a:pt x="1108075" y="348236"/>
                </a:lnTo>
                <a:lnTo>
                  <a:pt x="1108393" y="339666"/>
                </a:lnTo>
                <a:lnTo>
                  <a:pt x="1108710" y="330778"/>
                </a:lnTo>
                <a:lnTo>
                  <a:pt x="1108710" y="322208"/>
                </a:lnTo>
                <a:lnTo>
                  <a:pt x="1108393" y="313639"/>
                </a:lnTo>
                <a:lnTo>
                  <a:pt x="1107758" y="305069"/>
                </a:lnTo>
                <a:lnTo>
                  <a:pt x="1107440" y="296499"/>
                </a:lnTo>
                <a:lnTo>
                  <a:pt x="1106488" y="287611"/>
                </a:lnTo>
                <a:lnTo>
                  <a:pt x="1105535" y="279041"/>
                </a:lnTo>
                <a:lnTo>
                  <a:pt x="1104265" y="270472"/>
                </a:lnTo>
                <a:lnTo>
                  <a:pt x="1102360" y="262219"/>
                </a:lnTo>
                <a:lnTo>
                  <a:pt x="1100773" y="253649"/>
                </a:lnTo>
                <a:lnTo>
                  <a:pt x="1098868" y="245079"/>
                </a:lnTo>
                <a:lnTo>
                  <a:pt x="1096963" y="236827"/>
                </a:lnTo>
                <a:lnTo>
                  <a:pt x="1094423" y="228574"/>
                </a:lnTo>
                <a:lnTo>
                  <a:pt x="1091883" y="220322"/>
                </a:lnTo>
                <a:lnTo>
                  <a:pt x="1089343" y="212069"/>
                </a:lnTo>
                <a:lnTo>
                  <a:pt x="1086168" y="204134"/>
                </a:lnTo>
                <a:lnTo>
                  <a:pt x="1083310" y="195564"/>
                </a:lnTo>
                <a:lnTo>
                  <a:pt x="1079818" y="187629"/>
                </a:lnTo>
                <a:lnTo>
                  <a:pt x="1076325" y="179694"/>
                </a:lnTo>
                <a:lnTo>
                  <a:pt x="1072515" y="171759"/>
                </a:lnTo>
                <a:lnTo>
                  <a:pt x="1068705" y="164141"/>
                </a:lnTo>
                <a:lnTo>
                  <a:pt x="1064578" y="156523"/>
                </a:lnTo>
                <a:lnTo>
                  <a:pt x="1059815" y="148588"/>
                </a:lnTo>
                <a:lnTo>
                  <a:pt x="1055688" y="141288"/>
                </a:lnTo>
                <a:close/>
                <a:moveTo>
                  <a:pt x="743895" y="0"/>
                </a:moveTo>
                <a:lnTo>
                  <a:pt x="752158" y="0"/>
                </a:lnTo>
                <a:lnTo>
                  <a:pt x="760421" y="0"/>
                </a:lnTo>
                <a:lnTo>
                  <a:pt x="768366" y="318"/>
                </a:lnTo>
                <a:lnTo>
                  <a:pt x="776629" y="636"/>
                </a:lnTo>
                <a:lnTo>
                  <a:pt x="784892" y="1589"/>
                </a:lnTo>
                <a:lnTo>
                  <a:pt x="792837" y="2543"/>
                </a:lnTo>
                <a:lnTo>
                  <a:pt x="801100" y="3814"/>
                </a:lnTo>
                <a:lnTo>
                  <a:pt x="809681" y="5085"/>
                </a:lnTo>
                <a:lnTo>
                  <a:pt x="817944" y="6674"/>
                </a:lnTo>
                <a:lnTo>
                  <a:pt x="826207" y="8263"/>
                </a:lnTo>
                <a:lnTo>
                  <a:pt x="840191" y="12077"/>
                </a:lnTo>
                <a:lnTo>
                  <a:pt x="853857" y="16208"/>
                </a:lnTo>
                <a:lnTo>
                  <a:pt x="867204" y="20975"/>
                </a:lnTo>
                <a:lnTo>
                  <a:pt x="880235" y="26378"/>
                </a:lnTo>
                <a:lnTo>
                  <a:pt x="892947" y="31781"/>
                </a:lnTo>
                <a:lnTo>
                  <a:pt x="905341" y="38137"/>
                </a:lnTo>
                <a:lnTo>
                  <a:pt x="917736" y="44811"/>
                </a:lnTo>
                <a:lnTo>
                  <a:pt x="929177" y="52121"/>
                </a:lnTo>
                <a:lnTo>
                  <a:pt x="940618" y="59748"/>
                </a:lnTo>
                <a:lnTo>
                  <a:pt x="951424" y="68011"/>
                </a:lnTo>
                <a:lnTo>
                  <a:pt x="962229" y="76592"/>
                </a:lnTo>
                <a:lnTo>
                  <a:pt x="972399" y="85490"/>
                </a:lnTo>
                <a:lnTo>
                  <a:pt x="982251" y="94707"/>
                </a:lnTo>
                <a:lnTo>
                  <a:pt x="991785" y="104559"/>
                </a:lnTo>
                <a:lnTo>
                  <a:pt x="1000684" y="114729"/>
                </a:lnTo>
                <a:lnTo>
                  <a:pt x="1008947" y="125216"/>
                </a:lnTo>
                <a:lnTo>
                  <a:pt x="1014667" y="132208"/>
                </a:lnTo>
                <a:lnTo>
                  <a:pt x="1020070" y="139518"/>
                </a:lnTo>
                <a:lnTo>
                  <a:pt x="1025155" y="147145"/>
                </a:lnTo>
                <a:lnTo>
                  <a:pt x="1029604" y="154455"/>
                </a:lnTo>
                <a:lnTo>
                  <a:pt x="1034371" y="162400"/>
                </a:lnTo>
                <a:lnTo>
                  <a:pt x="1039139" y="170027"/>
                </a:lnTo>
                <a:lnTo>
                  <a:pt x="1043270" y="177973"/>
                </a:lnTo>
                <a:lnTo>
                  <a:pt x="1047402" y="185918"/>
                </a:lnTo>
                <a:lnTo>
                  <a:pt x="1050897" y="194181"/>
                </a:lnTo>
                <a:lnTo>
                  <a:pt x="1054711" y="202444"/>
                </a:lnTo>
                <a:lnTo>
                  <a:pt x="1057889" y="211025"/>
                </a:lnTo>
                <a:lnTo>
                  <a:pt x="1061067" y="219288"/>
                </a:lnTo>
                <a:lnTo>
                  <a:pt x="1063928" y="227868"/>
                </a:lnTo>
                <a:lnTo>
                  <a:pt x="1066470" y="236449"/>
                </a:lnTo>
                <a:lnTo>
                  <a:pt x="1069013" y="245030"/>
                </a:lnTo>
                <a:lnTo>
                  <a:pt x="1071237" y="254247"/>
                </a:lnTo>
                <a:lnTo>
                  <a:pt x="1072826" y="263145"/>
                </a:lnTo>
                <a:lnTo>
                  <a:pt x="1074733" y="271726"/>
                </a:lnTo>
                <a:lnTo>
                  <a:pt x="1076322" y="280942"/>
                </a:lnTo>
                <a:lnTo>
                  <a:pt x="1077276" y="290159"/>
                </a:lnTo>
                <a:lnTo>
                  <a:pt x="1078229" y="299057"/>
                </a:lnTo>
                <a:lnTo>
                  <a:pt x="1078865" y="308274"/>
                </a:lnTo>
                <a:lnTo>
                  <a:pt x="1079182" y="317808"/>
                </a:lnTo>
                <a:lnTo>
                  <a:pt x="1079500" y="327025"/>
                </a:lnTo>
                <a:lnTo>
                  <a:pt x="1079182" y="336241"/>
                </a:lnTo>
                <a:lnTo>
                  <a:pt x="1078865" y="345457"/>
                </a:lnTo>
                <a:lnTo>
                  <a:pt x="1078229" y="354992"/>
                </a:lnTo>
                <a:lnTo>
                  <a:pt x="1077593" y="364208"/>
                </a:lnTo>
                <a:lnTo>
                  <a:pt x="1076322" y="373742"/>
                </a:lnTo>
                <a:lnTo>
                  <a:pt x="1074733" y="383277"/>
                </a:lnTo>
                <a:lnTo>
                  <a:pt x="1072826" y="392493"/>
                </a:lnTo>
                <a:lnTo>
                  <a:pt x="1070919" y="402027"/>
                </a:lnTo>
                <a:lnTo>
                  <a:pt x="1069966" y="405841"/>
                </a:lnTo>
                <a:lnTo>
                  <a:pt x="1068059" y="414104"/>
                </a:lnTo>
                <a:lnTo>
                  <a:pt x="1065517" y="422049"/>
                </a:lnTo>
                <a:lnTo>
                  <a:pt x="1062974" y="429994"/>
                </a:lnTo>
                <a:lnTo>
                  <a:pt x="1060432" y="437622"/>
                </a:lnTo>
                <a:lnTo>
                  <a:pt x="1057571" y="445249"/>
                </a:lnTo>
                <a:lnTo>
                  <a:pt x="1054711" y="453194"/>
                </a:lnTo>
                <a:lnTo>
                  <a:pt x="1051215" y="460822"/>
                </a:lnTo>
                <a:lnTo>
                  <a:pt x="1048037" y="468131"/>
                </a:lnTo>
                <a:lnTo>
                  <a:pt x="1044224" y="475441"/>
                </a:lnTo>
                <a:lnTo>
                  <a:pt x="1040728" y="482433"/>
                </a:lnTo>
                <a:lnTo>
                  <a:pt x="1032782" y="496416"/>
                </a:lnTo>
                <a:lnTo>
                  <a:pt x="1024519" y="510082"/>
                </a:lnTo>
                <a:lnTo>
                  <a:pt x="1014985" y="522794"/>
                </a:lnTo>
                <a:lnTo>
                  <a:pt x="1005451" y="535189"/>
                </a:lnTo>
                <a:lnTo>
                  <a:pt x="994963" y="547266"/>
                </a:lnTo>
                <a:lnTo>
                  <a:pt x="984476" y="558389"/>
                </a:lnTo>
                <a:lnTo>
                  <a:pt x="973035" y="569512"/>
                </a:lnTo>
                <a:lnTo>
                  <a:pt x="961276" y="579682"/>
                </a:lnTo>
                <a:lnTo>
                  <a:pt x="949199" y="589534"/>
                </a:lnTo>
                <a:lnTo>
                  <a:pt x="936169" y="598433"/>
                </a:lnTo>
                <a:lnTo>
                  <a:pt x="923139" y="607013"/>
                </a:lnTo>
                <a:lnTo>
                  <a:pt x="909473" y="614959"/>
                </a:lnTo>
                <a:lnTo>
                  <a:pt x="896125" y="621950"/>
                </a:lnTo>
                <a:lnTo>
                  <a:pt x="881824" y="628624"/>
                </a:lnTo>
                <a:lnTo>
                  <a:pt x="867204" y="634663"/>
                </a:lnTo>
                <a:lnTo>
                  <a:pt x="852585" y="639748"/>
                </a:lnTo>
                <a:lnTo>
                  <a:pt x="837331" y="644197"/>
                </a:lnTo>
                <a:lnTo>
                  <a:pt x="822076" y="648011"/>
                </a:lnTo>
                <a:lnTo>
                  <a:pt x="806503" y="650871"/>
                </a:lnTo>
                <a:lnTo>
                  <a:pt x="790931" y="653413"/>
                </a:lnTo>
                <a:lnTo>
                  <a:pt x="775040" y="655002"/>
                </a:lnTo>
                <a:lnTo>
                  <a:pt x="758832" y="655638"/>
                </a:lnTo>
                <a:lnTo>
                  <a:pt x="750887" y="655638"/>
                </a:lnTo>
                <a:lnTo>
                  <a:pt x="742624" y="655638"/>
                </a:lnTo>
                <a:lnTo>
                  <a:pt x="734679" y="655320"/>
                </a:lnTo>
                <a:lnTo>
                  <a:pt x="726415" y="654685"/>
                </a:lnTo>
                <a:lnTo>
                  <a:pt x="718470" y="654049"/>
                </a:lnTo>
                <a:lnTo>
                  <a:pt x="710207" y="653096"/>
                </a:lnTo>
                <a:lnTo>
                  <a:pt x="702262" y="651507"/>
                </a:lnTo>
                <a:lnTo>
                  <a:pt x="693681" y="650235"/>
                </a:lnTo>
                <a:lnTo>
                  <a:pt x="685418" y="648964"/>
                </a:lnTo>
                <a:lnTo>
                  <a:pt x="677473" y="647057"/>
                </a:lnTo>
                <a:lnTo>
                  <a:pt x="669210" y="644833"/>
                </a:lnTo>
                <a:lnTo>
                  <a:pt x="661265" y="642608"/>
                </a:lnTo>
                <a:lnTo>
                  <a:pt x="653002" y="640383"/>
                </a:lnTo>
                <a:lnTo>
                  <a:pt x="645374" y="637523"/>
                </a:lnTo>
                <a:lnTo>
                  <a:pt x="637111" y="634981"/>
                </a:lnTo>
                <a:lnTo>
                  <a:pt x="629484" y="632120"/>
                </a:lnTo>
                <a:lnTo>
                  <a:pt x="621857" y="628942"/>
                </a:lnTo>
                <a:lnTo>
                  <a:pt x="614547" y="625764"/>
                </a:lnTo>
                <a:lnTo>
                  <a:pt x="607237" y="621950"/>
                </a:lnTo>
                <a:lnTo>
                  <a:pt x="599928" y="618455"/>
                </a:lnTo>
                <a:lnTo>
                  <a:pt x="592618" y="614641"/>
                </a:lnTo>
                <a:lnTo>
                  <a:pt x="585627" y="610827"/>
                </a:lnTo>
                <a:lnTo>
                  <a:pt x="571961" y="601929"/>
                </a:lnTo>
                <a:lnTo>
                  <a:pt x="559248" y="593030"/>
                </a:lnTo>
                <a:lnTo>
                  <a:pt x="546536" y="583496"/>
                </a:lnTo>
                <a:lnTo>
                  <a:pt x="534142" y="573008"/>
                </a:lnTo>
                <a:lnTo>
                  <a:pt x="522383" y="562202"/>
                </a:lnTo>
                <a:lnTo>
                  <a:pt x="511577" y="550761"/>
                </a:lnTo>
                <a:lnTo>
                  <a:pt x="501407" y="539320"/>
                </a:lnTo>
                <a:lnTo>
                  <a:pt x="491238" y="526926"/>
                </a:lnTo>
                <a:lnTo>
                  <a:pt x="482021" y="513896"/>
                </a:lnTo>
                <a:lnTo>
                  <a:pt x="473440" y="500866"/>
                </a:lnTo>
                <a:lnTo>
                  <a:pt x="465495" y="487200"/>
                </a:lnTo>
                <a:lnTo>
                  <a:pt x="457868" y="473216"/>
                </a:lnTo>
                <a:lnTo>
                  <a:pt x="451512" y="458915"/>
                </a:lnTo>
                <a:lnTo>
                  <a:pt x="445473" y="444614"/>
                </a:lnTo>
                <a:lnTo>
                  <a:pt x="440070" y="429677"/>
                </a:lnTo>
                <a:lnTo>
                  <a:pt x="435621" y="414422"/>
                </a:lnTo>
                <a:lnTo>
                  <a:pt x="431807" y="399167"/>
                </a:lnTo>
                <a:lnTo>
                  <a:pt x="428629" y="383594"/>
                </a:lnTo>
                <a:lnTo>
                  <a:pt x="426405" y="367704"/>
                </a:lnTo>
                <a:lnTo>
                  <a:pt x="424816" y="351496"/>
                </a:lnTo>
                <a:lnTo>
                  <a:pt x="424498" y="343551"/>
                </a:lnTo>
                <a:lnTo>
                  <a:pt x="424180" y="335605"/>
                </a:lnTo>
                <a:lnTo>
                  <a:pt x="423862" y="327342"/>
                </a:lnTo>
                <a:lnTo>
                  <a:pt x="424180" y="319397"/>
                </a:lnTo>
                <a:lnTo>
                  <a:pt x="424498" y="311134"/>
                </a:lnTo>
                <a:lnTo>
                  <a:pt x="424816" y="303189"/>
                </a:lnTo>
                <a:lnTo>
                  <a:pt x="425769" y="294608"/>
                </a:lnTo>
                <a:lnTo>
                  <a:pt x="426405" y="286345"/>
                </a:lnTo>
                <a:lnTo>
                  <a:pt x="427676" y="278082"/>
                </a:lnTo>
                <a:lnTo>
                  <a:pt x="428947" y="269819"/>
                </a:lnTo>
                <a:lnTo>
                  <a:pt x="430854" y="261874"/>
                </a:lnTo>
                <a:lnTo>
                  <a:pt x="432443" y="253611"/>
                </a:lnTo>
                <a:lnTo>
                  <a:pt x="434350" y="245030"/>
                </a:lnTo>
                <a:lnTo>
                  <a:pt x="436892" y="237085"/>
                </a:lnTo>
                <a:lnTo>
                  <a:pt x="439117" y="229140"/>
                </a:lnTo>
                <a:lnTo>
                  <a:pt x="441659" y="221194"/>
                </a:lnTo>
                <a:lnTo>
                  <a:pt x="444520" y="213249"/>
                </a:lnTo>
                <a:lnTo>
                  <a:pt x="447380" y="205622"/>
                </a:lnTo>
                <a:lnTo>
                  <a:pt x="450558" y="197994"/>
                </a:lnTo>
                <a:lnTo>
                  <a:pt x="454054" y="190685"/>
                </a:lnTo>
                <a:lnTo>
                  <a:pt x="457232" y="183375"/>
                </a:lnTo>
                <a:lnTo>
                  <a:pt x="461046" y="176066"/>
                </a:lnTo>
                <a:lnTo>
                  <a:pt x="464859" y="169074"/>
                </a:lnTo>
                <a:lnTo>
                  <a:pt x="468991" y="161764"/>
                </a:lnTo>
                <a:lnTo>
                  <a:pt x="477254" y="148099"/>
                </a:lnTo>
                <a:lnTo>
                  <a:pt x="486470" y="135068"/>
                </a:lnTo>
                <a:lnTo>
                  <a:pt x="496322" y="122356"/>
                </a:lnTo>
                <a:lnTo>
                  <a:pt x="506492" y="109962"/>
                </a:lnTo>
                <a:lnTo>
                  <a:pt x="517298" y="98521"/>
                </a:lnTo>
                <a:lnTo>
                  <a:pt x="528421" y="87397"/>
                </a:lnTo>
                <a:lnTo>
                  <a:pt x="540498" y="77227"/>
                </a:lnTo>
                <a:lnTo>
                  <a:pt x="552892" y="67058"/>
                </a:lnTo>
                <a:lnTo>
                  <a:pt x="565287" y="57841"/>
                </a:lnTo>
                <a:lnTo>
                  <a:pt x="578635" y="49578"/>
                </a:lnTo>
                <a:lnTo>
                  <a:pt x="591983" y="41633"/>
                </a:lnTo>
                <a:lnTo>
                  <a:pt x="605966" y="34006"/>
                </a:lnTo>
                <a:lnTo>
                  <a:pt x="620268" y="27332"/>
                </a:lnTo>
                <a:lnTo>
                  <a:pt x="634887" y="21293"/>
                </a:lnTo>
                <a:lnTo>
                  <a:pt x="649824" y="16208"/>
                </a:lnTo>
                <a:lnTo>
                  <a:pt x="664761" y="11759"/>
                </a:lnTo>
                <a:lnTo>
                  <a:pt x="680651" y="7627"/>
                </a:lnTo>
                <a:lnTo>
                  <a:pt x="696224" y="4767"/>
                </a:lnTo>
                <a:lnTo>
                  <a:pt x="711796" y="2225"/>
                </a:lnTo>
                <a:lnTo>
                  <a:pt x="727687" y="636"/>
                </a:lnTo>
                <a:lnTo>
                  <a:pt x="735632" y="318"/>
                </a:lnTo>
                <a:lnTo>
                  <a:pt x="743895" y="0"/>
                </a:lnTo>
                <a:close/>
              </a:path>
            </a:pathLst>
          </a:custGeom>
          <a:solidFill>
            <a:schemeClr val="bg1">
              <a:lumMod val="75000"/>
              <a:alpha val="8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658988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776713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894438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012163" y="3721735"/>
            <a:ext cx="180000" cy="180000"/>
          </a:xfrm>
          <a:prstGeom prst="ellipse">
            <a:avLst/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标注 46"/>
          <p:cNvSpPr/>
          <p:nvPr/>
        </p:nvSpPr>
        <p:spPr>
          <a:xfrm>
            <a:off x="2119630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14" name="文本框 20"/>
          <p:cNvSpPr txBox="1"/>
          <p:nvPr/>
        </p:nvSpPr>
        <p:spPr>
          <a:xfrm flipH="1">
            <a:off x="2135505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步骤一：连接与感知</a:t>
            </a:r>
          </a:p>
        </p:txBody>
      </p:sp>
      <p:sp>
        <p:nvSpPr>
          <p:cNvPr id="15" name="文本框 22"/>
          <p:cNvSpPr txBox="1"/>
          <p:nvPr/>
        </p:nvSpPr>
        <p:spPr>
          <a:xfrm flipH="1">
            <a:off x="1918970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建立 ROS 连接，订阅状态/地图/图像话题，形成统一实时数据面。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4036695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在 3D 面板规划点位和路线，地图工具完成上传、编辑、下发。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6154420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任务执行中自动采集图像/视频，并接入 AI 进行异常识别。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8272145" y="4108450"/>
            <a:ext cx="1847215" cy="13630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通过通知、报告、定时任务和部署脚本实现持续运行。</a:t>
            </a:r>
          </a:p>
        </p:txBody>
      </p:sp>
      <p:sp>
        <p:nvSpPr>
          <p:cNvPr id="19" name="圆角矩形标注 49"/>
          <p:cNvSpPr/>
          <p:nvPr/>
        </p:nvSpPr>
        <p:spPr>
          <a:xfrm>
            <a:off x="4233545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0" name="文本框 20"/>
          <p:cNvSpPr txBox="1"/>
          <p:nvPr/>
        </p:nvSpPr>
        <p:spPr>
          <a:xfrm flipH="1">
            <a:off x="4249420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步骤二：地图与任务</a:t>
            </a:r>
          </a:p>
        </p:txBody>
      </p:sp>
      <p:sp>
        <p:nvSpPr>
          <p:cNvPr id="21" name="圆角矩形标注 52"/>
          <p:cNvSpPr/>
          <p:nvPr/>
        </p:nvSpPr>
        <p:spPr>
          <a:xfrm>
            <a:off x="6347460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2" name="文本框 20"/>
          <p:cNvSpPr txBox="1"/>
          <p:nvPr/>
        </p:nvSpPr>
        <p:spPr>
          <a:xfrm flipH="1">
            <a:off x="6363335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步骤三：采集与AI</a:t>
            </a:r>
          </a:p>
        </p:txBody>
      </p:sp>
      <p:sp>
        <p:nvSpPr>
          <p:cNvPr id="23" name="圆角矩形标注 56"/>
          <p:cNvSpPr/>
          <p:nvPr/>
        </p:nvSpPr>
        <p:spPr>
          <a:xfrm>
            <a:off x="8461375" y="2421255"/>
            <a:ext cx="1382395" cy="924560"/>
          </a:xfrm>
          <a:prstGeom prst="wedgeRoundRectCallout">
            <a:avLst>
              <a:gd name="adj1" fmla="val -9026"/>
              <a:gd name="adj2" fmla="val 73076"/>
              <a:gd name="adj3" fmla="val 16667"/>
            </a:avLst>
          </a:prstGeom>
          <a:solidFill>
            <a:srgbClr val="367F8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sym typeface="+mn-ea"/>
            </a:endParaRPr>
          </a:p>
        </p:txBody>
      </p:sp>
      <p:sp>
        <p:nvSpPr>
          <p:cNvPr id="24" name="文本框 20"/>
          <p:cNvSpPr txBox="1"/>
          <p:nvPr/>
        </p:nvSpPr>
        <p:spPr>
          <a:xfrm flipH="1">
            <a:off x="8477250" y="1741170"/>
            <a:ext cx="1350010" cy="4616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algn="ctr"/>
            <a:r>
              <a:t>步骤四：运维闭环</a:t>
            </a:r>
          </a:p>
        </p:txBody>
      </p:sp>
      <p:sp>
        <p:nvSpPr>
          <p:cNvPr id="25" name="人"/>
          <p:cNvSpPr/>
          <p:nvPr/>
        </p:nvSpPr>
        <p:spPr bwMode="auto">
          <a:xfrm>
            <a:off x="10476153" y="2721611"/>
            <a:ext cx="1334770" cy="3205480"/>
          </a:xfrm>
          <a:custGeom>
            <a:avLst/>
            <a:gdLst/>
            <a:ahLst/>
            <a:cxnLst/>
            <a:rect l="0" t="0" r="r" b="b"/>
            <a:pathLst>
              <a:path w="1390650" h="3306762">
                <a:moveTo>
                  <a:pt x="661988" y="3024187"/>
                </a:moveTo>
                <a:lnTo>
                  <a:pt x="661988" y="3126740"/>
                </a:lnTo>
                <a:lnTo>
                  <a:pt x="661670" y="3135947"/>
                </a:lnTo>
                <a:lnTo>
                  <a:pt x="661034" y="3144837"/>
                </a:lnTo>
                <a:lnTo>
                  <a:pt x="659761" y="3154045"/>
                </a:lnTo>
                <a:lnTo>
                  <a:pt x="658489" y="3162935"/>
                </a:lnTo>
                <a:lnTo>
                  <a:pt x="656580" y="3171507"/>
                </a:lnTo>
                <a:lnTo>
                  <a:pt x="653717" y="3180080"/>
                </a:lnTo>
                <a:lnTo>
                  <a:pt x="651172" y="3188335"/>
                </a:lnTo>
                <a:lnTo>
                  <a:pt x="647672" y="3196907"/>
                </a:lnTo>
                <a:lnTo>
                  <a:pt x="644173" y="3204845"/>
                </a:lnTo>
                <a:lnTo>
                  <a:pt x="640037" y="3212465"/>
                </a:lnTo>
                <a:lnTo>
                  <a:pt x="635901" y="3220085"/>
                </a:lnTo>
                <a:lnTo>
                  <a:pt x="631129" y="3227387"/>
                </a:lnTo>
                <a:lnTo>
                  <a:pt x="626039" y="3234372"/>
                </a:lnTo>
                <a:lnTo>
                  <a:pt x="620949" y="3241357"/>
                </a:lnTo>
                <a:lnTo>
                  <a:pt x="615222" y="3247707"/>
                </a:lnTo>
                <a:lnTo>
                  <a:pt x="609178" y="3254057"/>
                </a:lnTo>
                <a:lnTo>
                  <a:pt x="602815" y="3259772"/>
                </a:lnTo>
                <a:lnTo>
                  <a:pt x="596452" y="3265487"/>
                </a:lnTo>
                <a:lnTo>
                  <a:pt x="589453" y="3270885"/>
                </a:lnTo>
                <a:lnTo>
                  <a:pt x="582454" y="3275965"/>
                </a:lnTo>
                <a:lnTo>
                  <a:pt x="575137" y="3280410"/>
                </a:lnTo>
                <a:lnTo>
                  <a:pt x="567502" y="3284855"/>
                </a:lnTo>
                <a:lnTo>
                  <a:pt x="559866" y="3288665"/>
                </a:lnTo>
                <a:lnTo>
                  <a:pt x="551913" y="3292475"/>
                </a:lnTo>
                <a:lnTo>
                  <a:pt x="543641" y="3295650"/>
                </a:lnTo>
                <a:lnTo>
                  <a:pt x="535370" y="3298507"/>
                </a:lnTo>
                <a:lnTo>
                  <a:pt x="526780" y="3301047"/>
                </a:lnTo>
                <a:lnTo>
                  <a:pt x="517872" y="3302952"/>
                </a:lnTo>
                <a:lnTo>
                  <a:pt x="509283" y="3304540"/>
                </a:lnTo>
                <a:lnTo>
                  <a:pt x="500057" y="3305810"/>
                </a:lnTo>
                <a:lnTo>
                  <a:pt x="491149" y="3306445"/>
                </a:lnTo>
                <a:lnTo>
                  <a:pt x="481605" y="3306762"/>
                </a:lnTo>
                <a:lnTo>
                  <a:pt x="471425" y="3306445"/>
                </a:lnTo>
                <a:lnTo>
                  <a:pt x="461244" y="3305492"/>
                </a:lnTo>
                <a:lnTo>
                  <a:pt x="451382" y="3304222"/>
                </a:lnTo>
                <a:lnTo>
                  <a:pt x="441838" y="3302000"/>
                </a:lnTo>
                <a:lnTo>
                  <a:pt x="431976" y="3299777"/>
                </a:lnTo>
                <a:lnTo>
                  <a:pt x="422750" y="3296920"/>
                </a:lnTo>
                <a:lnTo>
                  <a:pt x="413842" y="3293427"/>
                </a:lnTo>
                <a:lnTo>
                  <a:pt x="404934" y="3289617"/>
                </a:lnTo>
                <a:lnTo>
                  <a:pt x="396026" y="3285172"/>
                </a:lnTo>
                <a:lnTo>
                  <a:pt x="387755" y="3280092"/>
                </a:lnTo>
                <a:lnTo>
                  <a:pt x="379801" y="3275330"/>
                </a:lnTo>
                <a:lnTo>
                  <a:pt x="372166" y="3269615"/>
                </a:lnTo>
                <a:lnTo>
                  <a:pt x="364531" y="3263582"/>
                </a:lnTo>
                <a:lnTo>
                  <a:pt x="357532" y="3256915"/>
                </a:lnTo>
                <a:lnTo>
                  <a:pt x="350851" y="3250247"/>
                </a:lnTo>
                <a:lnTo>
                  <a:pt x="344488" y="3243262"/>
                </a:lnTo>
                <a:lnTo>
                  <a:pt x="353396" y="3239770"/>
                </a:lnTo>
                <a:lnTo>
                  <a:pt x="362622" y="3235960"/>
                </a:lnTo>
                <a:lnTo>
                  <a:pt x="371530" y="3232150"/>
                </a:lnTo>
                <a:lnTo>
                  <a:pt x="380119" y="3227387"/>
                </a:lnTo>
                <a:lnTo>
                  <a:pt x="400480" y="3215957"/>
                </a:lnTo>
                <a:lnTo>
                  <a:pt x="420841" y="3204210"/>
                </a:lnTo>
                <a:lnTo>
                  <a:pt x="440565" y="3192462"/>
                </a:lnTo>
                <a:lnTo>
                  <a:pt x="459653" y="3180080"/>
                </a:lnTo>
                <a:lnTo>
                  <a:pt x="478742" y="3168332"/>
                </a:lnTo>
                <a:lnTo>
                  <a:pt x="496875" y="3155632"/>
                </a:lnTo>
                <a:lnTo>
                  <a:pt x="515327" y="3143250"/>
                </a:lnTo>
                <a:lnTo>
                  <a:pt x="532825" y="3130232"/>
                </a:lnTo>
                <a:lnTo>
                  <a:pt x="550322" y="3117532"/>
                </a:lnTo>
                <a:lnTo>
                  <a:pt x="567184" y="3104832"/>
                </a:lnTo>
                <a:lnTo>
                  <a:pt x="584363" y="3091497"/>
                </a:lnTo>
                <a:lnTo>
                  <a:pt x="600270" y="3078480"/>
                </a:lnTo>
                <a:lnTo>
                  <a:pt x="616177" y="3065145"/>
                </a:lnTo>
                <a:lnTo>
                  <a:pt x="631765" y="3051492"/>
                </a:lnTo>
                <a:lnTo>
                  <a:pt x="647036" y="3037840"/>
                </a:lnTo>
                <a:lnTo>
                  <a:pt x="661988" y="3024187"/>
                </a:lnTo>
                <a:close/>
                <a:moveTo>
                  <a:pt x="407353" y="752475"/>
                </a:moveTo>
                <a:lnTo>
                  <a:pt x="414338" y="752475"/>
                </a:lnTo>
                <a:lnTo>
                  <a:pt x="976630" y="752475"/>
                </a:lnTo>
                <a:lnTo>
                  <a:pt x="983298" y="752475"/>
                </a:lnTo>
                <a:lnTo>
                  <a:pt x="990283" y="753110"/>
                </a:lnTo>
                <a:lnTo>
                  <a:pt x="996950" y="754062"/>
                </a:lnTo>
                <a:lnTo>
                  <a:pt x="1003300" y="755966"/>
                </a:lnTo>
                <a:lnTo>
                  <a:pt x="1009015" y="755966"/>
                </a:lnTo>
                <a:lnTo>
                  <a:pt x="1017905" y="756601"/>
                </a:lnTo>
                <a:lnTo>
                  <a:pt x="1029970" y="757553"/>
                </a:lnTo>
                <a:lnTo>
                  <a:pt x="1044893" y="759458"/>
                </a:lnTo>
                <a:lnTo>
                  <a:pt x="1053465" y="760728"/>
                </a:lnTo>
                <a:lnTo>
                  <a:pt x="1062355" y="762315"/>
                </a:lnTo>
                <a:lnTo>
                  <a:pt x="1072198" y="764219"/>
                </a:lnTo>
                <a:lnTo>
                  <a:pt x="1082040" y="766441"/>
                </a:lnTo>
                <a:lnTo>
                  <a:pt x="1093153" y="769298"/>
                </a:lnTo>
                <a:lnTo>
                  <a:pt x="1103948" y="772472"/>
                </a:lnTo>
                <a:lnTo>
                  <a:pt x="1115695" y="776281"/>
                </a:lnTo>
                <a:lnTo>
                  <a:pt x="1127443" y="780090"/>
                </a:lnTo>
                <a:lnTo>
                  <a:pt x="1140143" y="784851"/>
                </a:lnTo>
                <a:lnTo>
                  <a:pt x="1152843" y="790248"/>
                </a:lnTo>
                <a:lnTo>
                  <a:pt x="1166178" y="795961"/>
                </a:lnTo>
                <a:lnTo>
                  <a:pt x="1179830" y="802944"/>
                </a:lnTo>
                <a:lnTo>
                  <a:pt x="1193483" y="810245"/>
                </a:lnTo>
                <a:lnTo>
                  <a:pt x="1207135" y="819133"/>
                </a:lnTo>
                <a:lnTo>
                  <a:pt x="1220470" y="828020"/>
                </a:lnTo>
                <a:lnTo>
                  <a:pt x="1234123" y="837860"/>
                </a:lnTo>
                <a:lnTo>
                  <a:pt x="1241108" y="843256"/>
                </a:lnTo>
                <a:lnTo>
                  <a:pt x="1247775" y="848970"/>
                </a:lnTo>
                <a:lnTo>
                  <a:pt x="1254443" y="854684"/>
                </a:lnTo>
                <a:lnTo>
                  <a:pt x="1261110" y="860397"/>
                </a:lnTo>
                <a:lnTo>
                  <a:pt x="1267778" y="866745"/>
                </a:lnTo>
                <a:lnTo>
                  <a:pt x="1274445" y="873411"/>
                </a:lnTo>
                <a:lnTo>
                  <a:pt x="1280795" y="880077"/>
                </a:lnTo>
                <a:lnTo>
                  <a:pt x="1287145" y="887060"/>
                </a:lnTo>
                <a:lnTo>
                  <a:pt x="1293495" y="894361"/>
                </a:lnTo>
                <a:lnTo>
                  <a:pt x="1299210" y="901661"/>
                </a:lnTo>
                <a:lnTo>
                  <a:pt x="1305243" y="909279"/>
                </a:lnTo>
                <a:lnTo>
                  <a:pt x="1311275" y="917215"/>
                </a:lnTo>
                <a:lnTo>
                  <a:pt x="1316990" y="925785"/>
                </a:lnTo>
                <a:lnTo>
                  <a:pt x="1322705" y="934356"/>
                </a:lnTo>
                <a:lnTo>
                  <a:pt x="1327785" y="942926"/>
                </a:lnTo>
                <a:lnTo>
                  <a:pt x="1333183" y="951814"/>
                </a:lnTo>
                <a:lnTo>
                  <a:pt x="1339850" y="964510"/>
                </a:lnTo>
                <a:lnTo>
                  <a:pt x="1346200" y="977207"/>
                </a:lnTo>
                <a:lnTo>
                  <a:pt x="1352233" y="990221"/>
                </a:lnTo>
                <a:lnTo>
                  <a:pt x="1357948" y="1003870"/>
                </a:lnTo>
                <a:lnTo>
                  <a:pt x="1362710" y="1017519"/>
                </a:lnTo>
                <a:lnTo>
                  <a:pt x="1367473" y="1031803"/>
                </a:lnTo>
                <a:lnTo>
                  <a:pt x="1371918" y="1046722"/>
                </a:lnTo>
                <a:lnTo>
                  <a:pt x="1375728" y="1061640"/>
                </a:lnTo>
                <a:lnTo>
                  <a:pt x="1379538" y="1077194"/>
                </a:lnTo>
                <a:lnTo>
                  <a:pt x="1382395" y="1092747"/>
                </a:lnTo>
                <a:lnTo>
                  <a:pt x="1384935" y="1108936"/>
                </a:lnTo>
                <a:lnTo>
                  <a:pt x="1387158" y="1125759"/>
                </a:lnTo>
                <a:lnTo>
                  <a:pt x="1388745" y="1142265"/>
                </a:lnTo>
                <a:lnTo>
                  <a:pt x="1390015" y="1159405"/>
                </a:lnTo>
                <a:lnTo>
                  <a:pt x="1390650" y="1177181"/>
                </a:lnTo>
                <a:lnTo>
                  <a:pt x="1390650" y="1194956"/>
                </a:lnTo>
                <a:lnTo>
                  <a:pt x="1390650" y="1211462"/>
                </a:lnTo>
                <a:lnTo>
                  <a:pt x="1390015" y="1227650"/>
                </a:lnTo>
                <a:lnTo>
                  <a:pt x="1389063" y="1244156"/>
                </a:lnTo>
                <a:lnTo>
                  <a:pt x="1387793" y="1261297"/>
                </a:lnTo>
                <a:lnTo>
                  <a:pt x="1386205" y="1278437"/>
                </a:lnTo>
                <a:lnTo>
                  <a:pt x="1383983" y="1296213"/>
                </a:lnTo>
                <a:lnTo>
                  <a:pt x="1381443" y="1313988"/>
                </a:lnTo>
                <a:lnTo>
                  <a:pt x="1378903" y="1332081"/>
                </a:lnTo>
                <a:lnTo>
                  <a:pt x="1375410" y="1350491"/>
                </a:lnTo>
                <a:lnTo>
                  <a:pt x="1371918" y="1369536"/>
                </a:lnTo>
                <a:lnTo>
                  <a:pt x="1367473" y="1388899"/>
                </a:lnTo>
                <a:lnTo>
                  <a:pt x="1363028" y="1407944"/>
                </a:lnTo>
                <a:lnTo>
                  <a:pt x="1358265" y="1427941"/>
                </a:lnTo>
                <a:lnTo>
                  <a:pt x="1352868" y="1448256"/>
                </a:lnTo>
                <a:lnTo>
                  <a:pt x="1346835" y="1469206"/>
                </a:lnTo>
                <a:lnTo>
                  <a:pt x="1340485" y="1490155"/>
                </a:lnTo>
                <a:lnTo>
                  <a:pt x="1333818" y="1511422"/>
                </a:lnTo>
                <a:lnTo>
                  <a:pt x="1326833" y="1533324"/>
                </a:lnTo>
                <a:lnTo>
                  <a:pt x="1319213" y="1555544"/>
                </a:lnTo>
                <a:lnTo>
                  <a:pt x="1310958" y="1578080"/>
                </a:lnTo>
                <a:lnTo>
                  <a:pt x="1302385" y="1600934"/>
                </a:lnTo>
                <a:lnTo>
                  <a:pt x="1293495" y="1624423"/>
                </a:lnTo>
                <a:lnTo>
                  <a:pt x="1283653" y="1648230"/>
                </a:lnTo>
                <a:lnTo>
                  <a:pt x="1273810" y="1672354"/>
                </a:lnTo>
                <a:lnTo>
                  <a:pt x="1263015" y="1697112"/>
                </a:lnTo>
                <a:lnTo>
                  <a:pt x="1252220" y="1722188"/>
                </a:lnTo>
                <a:lnTo>
                  <a:pt x="1240473" y="1747899"/>
                </a:lnTo>
                <a:lnTo>
                  <a:pt x="1228408" y="1773928"/>
                </a:lnTo>
                <a:lnTo>
                  <a:pt x="1215708" y="1800273"/>
                </a:lnTo>
                <a:lnTo>
                  <a:pt x="1202373" y="1827254"/>
                </a:lnTo>
                <a:lnTo>
                  <a:pt x="1188720" y="1854869"/>
                </a:lnTo>
                <a:lnTo>
                  <a:pt x="1174433" y="1882802"/>
                </a:lnTo>
                <a:lnTo>
                  <a:pt x="1169988" y="1890420"/>
                </a:lnTo>
                <a:lnTo>
                  <a:pt x="1165225" y="1897721"/>
                </a:lnTo>
                <a:lnTo>
                  <a:pt x="1159510" y="1904704"/>
                </a:lnTo>
                <a:lnTo>
                  <a:pt x="1153795" y="1911052"/>
                </a:lnTo>
                <a:lnTo>
                  <a:pt x="1147445" y="1916766"/>
                </a:lnTo>
                <a:lnTo>
                  <a:pt x="1140778" y="1922162"/>
                </a:lnTo>
                <a:lnTo>
                  <a:pt x="1133793" y="1926923"/>
                </a:lnTo>
                <a:lnTo>
                  <a:pt x="1126490" y="1931367"/>
                </a:lnTo>
                <a:lnTo>
                  <a:pt x="1126808" y="1909783"/>
                </a:lnTo>
                <a:lnTo>
                  <a:pt x="1127125" y="1888516"/>
                </a:lnTo>
                <a:lnTo>
                  <a:pt x="1126808" y="1864074"/>
                </a:lnTo>
                <a:lnTo>
                  <a:pt x="1126490" y="1840268"/>
                </a:lnTo>
                <a:lnTo>
                  <a:pt x="1125855" y="1816779"/>
                </a:lnTo>
                <a:lnTo>
                  <a:pt x="1124903" y="1792973"/>
                </a:lnTo>
                <a:lnTo>
                  <a:pt x="1123633" y="1769801"/>
                </a:lnTo>
                <a:lnTo>
                  <a:pt x="1122363" y="1746630"/>
                </a:lnTo>
                <a:lnTo>
                  <a:pt x="1120140" y="1723775"/>
                </a:lnTo>
                <a:lnTo>
                  <a:pt x="1118235" y="1700921"/>
                </a:lnTo>
                <a:lnTo>
                  <a:pt x="1118235" y="1420958"/>
                </a:lnTo>
                <a:lnTo>
                  <a:pt x="1123315" y="1403183"/>
                </a:lnTo>
                <a:lnTo>
                  <a:pt x="1128395" y="1386042"/>
                </a:lnTo>
                <a:lnTo>
                  <a:pt x="1132523" y="1369536"/>
                </a:lnTo>
                <a:lnTo>
                  <a:pt x="1136650" y="1353348"/>
                </a:lnTo>
                <a:lnTo>
                  <a:pt x="1140143" y="1337160"/>
                </a:lnTo>
                <a:lnTo>
                  <a:pt x="1143635" y="1322241"/>
                </a:lnTo>
                <a:lnTo>
                  <a:pt x="1146493" y="1307322"/>
                </a:lnTo>
                <a:lnTo>
                  <a:pt x="1149350" y="1293038"/>
                </a:lnTo>
                <a:lnTo>
                  <a:pt x="1151255" y="1279072"/>
                </a:lnTo>
                <a:lnTo>
                  <a:pt x="1153160" y="1265740"/>
                </a:lnTo>
                <a:lnTo>
                  <a:pt x="1154748" y="1253044"/>
                </a:lnTo>
                <a:lnTo>
                  <a:pt x="1155700" y="1240664"/>
                </a:lnTo>
                <a:lnTo>
                  <a:pt x="1156970" y="1228603"/>
                </a:lnTo>
                <a:lnTo>
                  <a:pt x="1157605" y="1216858"/>
                </a:lnTo>
                <a:lnTo>
                  <a:pt x="1157923" y="1205748"/>
                </a:lnTo>
                <a:lnTo>
                  <a:pt x="1157923" y="1194956"/>
                </a:lnTo>
                <a:lnTo>
                  <a:pt x="1157923" y="1184164"/>
                </a:lnTo>
                <a:lnTo>
                  <a:pt x="1157605" y="1173689"/>
                </a:lnTo>
                <a:lnTo>
                  <a:pt x="1156970" y="1163532"/>
                </a:lnTo>
                <a:lnTo>
                  <a:pt x="1155700" y="1154327"/>
                </a:lnTo>
                <a:lnTo>
                  <a:pt x="1154748" y="1144804"/>
                </a:lnTo>
                <a:lnTo>
                  <a:pt x="1153478" y="1136234"/>
                </a:lnTo>
                <a:lnTo>
                  <a:pt x="1152208" y="1128298"/>
                </a:lnTo>
                <a:lnTo>
                  <a:pt x="1150620" y="1120363"/>
                </a:lnTo>
                <a:lnTo>
                  <a:pt x="1148398" y="1113062"/>
                </a:lnTo>
                <a:lnTo>
                  <a:pt x="1146810" y="1106079"/>
                </a:lnTo>
                <a:lnTo>
                  <a:pt x="1144905" y="1099413"/>
                </a:lnTo>
                <a:lnTo>
                  <a:pt x="1142683" y="1093065"/>
                </a:lnTo>
                <a:lnTo>
                  <a:pt x="1140143" y="1087034"/>
                </a:lnTo>
                <a:lnTo>
                  <a:pt x="1137920" y="1081638"/>
                </a:lnTo>
                <a:lnTo>
                  <a:pt x="1133158" y="1071480"/>
                </a:lnTo>
                <a:lnTo>
                  <a:pt x="1128395" y="1062910"/>
                </a:lnTo>
                <a:lnTo>
                  <a:pt x="1123315" y="1054975"/>
                </a:lnTo>
                <a:lnTo>
                  <a:pt x="1117918" y="1047991"/>
                </a:lnTo>
                <a:lnTo>
                  <a:pt x="1112520" y="1041326"/>
                </a:lnTo>
                <a:lnTo>
                  <a:pt x="1107123" y="1035295"/>
                </a:lnTo>
                <a:lnTo>
                  <a:pt x="1101090" y="1029899"/>
                </a:lnTo>
                <a:lnTo>
                  <a:pt x="1095375" y="1025137"/>
                </a:lnTo>
                <a:lnTo>
                  <a:pt x="1089025" y="1020376"/>
                </a:lnTo>
                <a:lnTo>
                  <a:pt x="1089025" y="1268280"/>
                </a:lnTo>
                <a:lnTo>
                  <a:pt x="1089025" y="1506344"/>
                </a:lnTo>
                <a:lnTo>
                  <a:pt x="1089025" y="1702508"/>
                </a:lnTo>
                <a:lnTo>
                  <a:pt x="1090613" y="1720919"/>
                </a:lnTo>
                <a:lnTo>
                  <a:pt x="1092518" y="1740916"/>
                </a:lnTo>
                <a:lnTo>
                  <a:pt x="1094105" y="1762183"/>
                </a:lnTo>
                <a:lnTo>
                  <a:pt x="1095375" y="1785037"/>
                </a:lnTo>
                <a:lnTo>
                  <a:pt x="1096328" y="1809161"/>
                </a:lnTo>
                <a:lnTo>
                  <a:pt x="1097280" y="1834237"/>
                </a:lnTo>
                <a:lnTo>
                  <a:pt x="1097915" y="1860583"/>
                </a:lnTo>
                <a:lnTo>
                  <a:pt x="1097915" y="1888198"/>
                </a:lnTo>
                <a:lnTo>
                  <a:pt x="1097915" y="1915179"/>
                </a:lnTo>
                <a:lnTo>
                  <a:pt x="1097280" y="1942159"/>
                </a:lnTo>
                <a:lnTo>
                  <a:pt x="1096010" y="1973901"/>
                </a:lnTo>
                <a:lnTo>
                  <a:pt x="1094423" y="2005643"/>
                </a:lnTo>
                <a:lnTo>
                  <a:pt x="1091565" y="2038655"/>
                </a:lnTo>
                <a:lnTo>
                  <a:pt x="1088708" y="2071984"/>
                </a:lnTo>
                <a:lnTo>
                  <a:pt x="1084898" y="2105947"/>
                </a:lnTo>
                <a:lnTo>
                  <a:pt x="1080135" y="2140863"/>
                </a:lnTo>
                <a:lnTo>
                  <a:pt x="1076960" y="2158639"/>
                </a:lnTo>
                <a:lnTo>
                  <a:pt x="1074103" y="2176097"/>
                </a:lnTo>
                <a:lnTo>
                  <a:pt x="1071245" y="2194507"/>
                </a:lnTo>
                <a:lnTo>
                  <a:pt x="1067435" y="2212283"/>
                </a:lnTo>
                <a:lnTo>
                  <a:pt x="1063943" y="2231010"/>
                </a:lnTo>
                <a:lnTo>
                  <a:pt x="1059815" y="2249103"/>
                </a:lnTo>
                <a:lnTo>
                  <a:pt x="1055370" y="2267831"/>
                </a:lnTo>
                <a:lnTo>
                  <a:pt x="1051243" y="2286876"/>
                </a:lnTo>
                <a:lnTo>
                  <a:pt x="1046163" y="2305604"/>
                </a:lnTo>
                <a:lnTo>
                  <a:pt x="1041083" y="2324966"/>
                </a:lnTo>
                <a:lnTo>
                  <a:pt x="1035685" y="2344329"/>
                </a:lnTo>
                <a:lnTo>
                  <a:pt x="1029970" y="2364009"/>
                </a:lnTo>
                <a:lnTo>
                  <a:pt x="1023938" y="2383371"/>
                </a:lnTo>
                <a:lnTo>
                  <a:pt x="1017588" y="2403368"/>
                </a:lnTo>
                <a:lnTo>
                  <a:pt x="1010603" y="2423683"/>
                </a:lnTo>
                <a:lnTo>
                  <a:pt x="1003618" y="2443681"/>
                </a:lnTo>
                <a:lnTo>
                  <a:pt x="996315" y="2464313"/>
                </a:lnTo>
                <a:lnTo>
                  <a:pt x="988378" y="2484945"/>
                </a:lnTo>
                <a:lnTo>
                  <a:pt x="980440" y="2505260"/>
                </a:lnTo>
                <a:lnTo>
                  <a:pt x="971868" y="2526209"/>
                </a:lnTo>
                <a:lnTo>
                  <a:pt x="959168" y="2556047"/>
                </a:lnTo>
                <a:lnTo>
                  <a:pt x="945833" y="2585567"/>
                </a:lnTo>
                <a:lnTo>
                  <a:pt x="931545" y="2615087"/>
                </a:lnTo>
                <a:lnTo>
                  <a:pt x="923925" y="2629688"/>
                </a:lnTo>
                <a:lnTo>
                  <a:pt x="916305" y="2644607"/>
                </a:lnTo>
                <a:lnTo>
                  <a:pt x="908685" y="2659208"/>
                </a:lnTo>
                <a:lnTo>
                  <a:pt x="900430" y="2673809"/>
                </a:lnTo>
                <a:lnTo>
                  <a:pt x="892175" y="2688728"/>
                </a:lnTo>
                <a:lnTo>
                  <a:pt x="883285" y="2703329"/>
                </a:lnTo>
                <a:lnTo>
                  <a:pt x="874713" y="2717930"/>
                </a:lnTo>
                <a:lnTo>
                  <a:pt x="865505" y="2732531"/>
                </a:lnTo>
                <a:lnTo>
                  <a:pt x="856298" y="2747133"/>
                </a:lnTo>
                <a:lnTo>
                  <a:pt x="846773" y="2761417"/>
                </a:lnTo>
                <a:lnTo>
                  <a:pt x="836930" y="2776018"/>
                </a:lnTo>
                <a:lnTo>
                  <a:pt x="826770" y="2790302"/>
                </a:lnTo>
                <a:lnTo>
                  <a:pt x="816928" y="2804585"/>
                </a:lnTo>
                <a:lnTo>
                  <a:pt x="806450" y="2818869"/>
                </a:lnTo>
                <a:lnTo>
                  <a:pt x="795655" y="2833471"/>
                </a:lnTo>
                <a:lnTo>
                  <a:pt x="784860" y="2847754"/>
                </a:lnTo>
                <a:lnTo>
                  <a:pt x="773748" y="2861403"/>
                </a:lnTo>
                <a:lnTo>
                  <a:pt x="762000" y="2875370"/>
                </a:lnTo>
                <a:lnTo>
                  <a:pt x="750570" y="2889336"/>
                </a:lnTo>
                <a:lnTo>
                  <a:pt x="738505" y="2903303"/>
                </a:lnTo>
                <a:lnTo>
                  <a:pt x="726123" y="2916952"/>
                </a:lnTo>
                <a:lnTo>
                  <a:pt x="714058" y="2930601"/>
                </a:lnTo>
                <a:lnTo>
                  <a:pt x="701358" y="2944250"/>
                </a:lnTo>
                <a:lnTo>
                  <a:pt x="688340" y="2957581"/>
                </a:lnTo>
                <a:lnTo>
                  <a:pt x="675005" y="2970913"/>
                </a:lnTo>
                <a:lnTo>
                  <a:pt x="661670" y="2984244"/>
                </a:lnTo>
                <a:lnTo>
                  <a:pt x="645795" y="2999163"/>
                </a:lnTo>
                <a:lnTo>
                  <a:pt x="629920" y="3014082"/>
                </a:lnTo>
                <a:lnTo>
                  <a:pt x="613410" y="3028683"/>
                </a:lnTo>
                <a:lnTo>
                  <a:pt x="596583" y="3043284"/>
                </a:lnTo>
                <a:lnTo>
                  <a:pt x="579438" y="3057568"/>
                </a:lnTo>
                <a:lnTo>
                  <a:pt x="561658" y="3071852"/>
                </a:lnTo>
                <a:lnTo>
                  <a:pt x="543878" y="3085819"/>
                </a:lnTo>
                <a:lnTo>
                  <a:pt x="525463" y="3099468"/>
                </a:lnTo>
                <a:lnTo>
                  <a:pt x="507048" y="3113117"/>
                </a:lnTo>
                <a:lnTo>
                  <a:pt x="487998" y="3126448"/>
                </a:lnTo>
                <a:lnTo>
                  <a:pt x="468630" y="3139780"/>
                </a:lnTo>
                <a:lnTo>
                  <a:pt x="449263" y="3152476"/>
                </a:lnTo>
                <a:lnTo>
                  <a:pt x="428943" y="3165173"/>
                </a:lnTo>
                <a:lnTo>
                  <a:pt x="408305" y="3177870"/>
                </a:lnTo>
                <a:lnTo>
                  <a:pt x="387350" y="3189932"/>
                </a:lnTo>
                <a:lnTo>
                  <a:pt x="366078" y="3201676"/>
                </a:lnTo>
                <a:lnTo>
                  <a:pt x="356553" y="3206755"/>
                </a:lnTo>
                <a:lnTo>
                  <a:pt x="346710" y="3211199"/>
                </a:lnTo>
                <a:lnTo>
                  <a:pt x="336867" y="3214690"/>
                </a:lnTo>
                <a:lnTo>
                  <a:pt x="327025" y="3218182"/>
                </a:lnTo>
                <a:lnTo>
                  <a:pt x="320357" y="3219769"/>
                </a:lnTo>
                <a:lnTo>
                  <a:pt x="314007" y="3221356"/>
                </a:lnTo>
                <a:lnTo>
                  <a:pt x="307340" y="3222626"/>
                </a:lnTo>
                <a:lnTo>
                  <a:pt x="300990" y="3223578"/>
                </a:lnTo>
                <a:lnTo>
                  <a:pt x="294322" y="3224530"/>
                </a:lnTo>
                <a:lnTo>
                  <a:pt x="287655" y="3225483"/>
                </a:lnTo>
                <a:lnTo>
                  <a:pt x="280987" y="3225800"/>
                </a:lnTo>
                <a:lnTo>
                  <a:pt x="274637" y="3225800"/>
                </a:lnTo>
                <a:lnTo>
                  <a:pt x="268287" y="3225800"/>
                </a:lnTo>
                <a:lnTo>
                  <a:pt x="262255" y="3225483"/>
                </a:lnTo>
                <a:lnTo>
                  <a:pt x="256222" y="3224530"/>
                </a:lnTo>
                <a:lnTo>
                  <a:pt x="249872" y="3223896"/>
                </a:lnTo>
                <a:lnTo>
                  <a:pt x="243840" y="3222943"/>
                </a:lnTo>
                <a:lnTo>
                  <a:pt x="237490" y="3221991"/>
                </a:lnTo>
                <a:lnTo>
                  <a:pt x="231457" y="3220721"/>
                </a:lnTo>
                <a:lnTo>
                  <a:pt x="225742" y="3219452"/>
                </a:lnTo>
                <a:lnTo>
                  <a:pt x="219710" y="3217547"/>
                </a:lnTo>
                <a:lnTo>
                  <a:pt x="213677" y="3215643"/>
                </a:lnTo>
                <a:lnTo>
                  <a:pt x="207962" y="3213738"/>
                </a:lnTo>
                <a:lnTo>
                  <a:pt x="201930" y="3211516"/>
                </a:lnTo>
                <a:lnTo>
                  <a:pt x="196215" y="3208660"/>
                </a:lnTo>
                <a:lnTo>
                  <a:pt x="190817" y="3206120"/>
                </a:lnTo>
                <a:lnTo>
                  <a:pt x="185420" y="3203263"/>
                </a:lnTo>
                <a:lnTo>
                  <a:pt x="179705" y="3200407"/>
                </a:lnTo>
                <a:lnTo>
                  <a:pt x="174307" y="3197232"/>
                </a:lnTo>
                <a:lnTo>
                  <a:pt x="169227" y="3193741"/>
                </a:lnTo>
                <a:lnTo>
                  <a:pt x="164147" y="3190249"/>
                </a:lnTo>
                <a:lnTo>
                  <a:pt x="159067" y="3186440"/>
                </a:lnTo>
                <a:lnTo>
                  <a:pt x="154305" y="3182631"/>
                </a:lnTo>
                <a:lnTo>
                  <a:pt x="149225" y="3178505"/>
                </a:lnTo>
                <a:lnTo>
                  <a:pt x="144462" y="3174061"/>
                </a:lnTo>
                <a:lnTo>
                  <a:pt x="140335" y="3169934"/>
                </a:lnTo>
                <a:lnTo>
                  <a:pt x="135572" y="3165173"/>
                </a:lnTo>
                <a:lnTo>
                  <a:pt x="131445" y="3160094"/>
                </a:lnTo>
                <a:lnTo>
                  <a:pt x="127317" y="3155651"/>
                </a:lnTo>
                <a:lnTo>
                  <a:pt x="123190" y="3150255"/>
                </a:lnTo>
                <a:lnTo>
                  <a:pt x="119697" y="3144858"/>
                </a:lnTo>
                <a:lnTo>
                  <a:pt x="115887" y="3139780"/>
                </a:lnTo>
                <a:lnTo>
                  <a:pt x="112395" y="3134066"/>
                </a:lnTo>
                <a:lnTo>
                  <a:pt x="108902" y="3128353"/>
                </a:lnTo>
                <a:lnTo>
                  <a:pt x="104457" y="3119782"/>
                </a:lnTo>
                <a:lnTo>
                  <a:pt x="100330" y="3110577"/>
                </a:lnTo>
                <a:lnTo>
                  <a:pt x="97155" y="3102007"/>
                </a:lnTo>
                <a:lnTo>
                  <a:pt x="93662" y="3093119"/>
                </a:lnTo>
                <a:lnTo>
                  <a:pt x="91440" y="3084231"/>
                </a:lnTo>
                <a:lnTo>
                  <a:pt x="88900" y="3074709"/>
                </a:lnTo>
                <a:lnTo>
                  <a:pt x="87312" y="3065821"/>
                </a:lnTo>
                <a:lnTo>
                  <a:pt x="86360" y="3056616"/>
                </a:lnTo>
                <a:lnTo>
                  <a:pt x="85407" y="3047728"/>
                </a:lnTo>
                <a:lnTo>
                  <a:pt x="85090" y="3038206"/>
                </a:lnTo>
                <a:lnTo>
                  <a:pt x="85407" y="3029001"/>
                </a:lnTo>
                <a:lnTo>
                  <a:pt x="86042" y="3020113"/>
                </a:lnTo>
                <a:lnTo>
                  <a:pt x="86995" y="3010908"/>
                </a:lnTo>
                <a:lnTo>
                  <a:pt x="88265" y="3002020"/>
                </a:lnTo>
                <a:lnTo>
                  <a:pt x="90487" y="2993132"/>
                </a:lnTo>
                <a:lnTo>
                  <a:pt x="92710" y="2984562"/>
                </a:lnTo>
                <a:lnTo>
                  <a:pt x="95250" y="2975992"/>
                </a:lnTo>
                <a:lnTo>
                  <a:pt x="98425" y="2967104"/>
                </a:lnTo>
                <a:lnTo>
                  <a:pt x="101917" y="2958851"/>
                </a:lnTo>
                <a:lnTo>
                  <a:pt x="106045" y="2950598"/>
                </a:lnTo>
                <a:lnTo>
                  <a:pt x="110172" y="2942663"/>
                </a:lnTo>
                <a:lnTo>
                  <a:pt x="114935" y="2934727"/>
                </a:lnTo>
                <a:lnTo>
                  <a:pt x="120015" y="2927109"/>
                </a:lnTo>
                <a:lnTo>
                  <a:pt x="125730" y="2919808"/>
                </a:lnTo>
                <a:lnTo>
                  <a:pt x="131127" y="2912825"/>
                </a:lnTo>
                <a:lnTo>
                  <a:pt x="137477" y="2905842"/>
                </a:lnTo>
                <a:lnTo>
                  <a:pt x="144145" y="2899176"/>
                </a:lnTo>
                <a:lnTo>
                  <a:pt x="151130" y="2892828"/>
                </a:lnTo>
                <a:lnTo>
                  <a:pt x="158432" y="2886797"/>
                </a:lnTo>
                <a:lnTo>
                  <a:pt x="166052" y="2881083"/>
                </a:lnTo>
                <a:lnTo>
                  <a:pt x="174307" y="2875687"/>
                </a:lnTo>
                <a:lnTo>
                  <a:pt x="182880" y="2870926"/>
                </a:lnTo>
                <a:lnTo>
                  <a:pt x="198755" y="2862038"/>
                </a:lnTo>
                <a:lnTo>
                  <a:pt x="214312" y="2852516"/>
                </a:lnTo>
                <a:lnTo>
                  <a:pt x="229870" y="2843311"/>
                </a:lnTo>
                <a:lnTo>
                  <a:pt x="244792" y="2833788"/>
                </a:lnTo>
                <a:lnTo>
                  <a:pt x="259397" y="2823948"/>
                </a:lnTo>
                <a:lnTo>
                  <a:pt x="273685" y="2814425"/>
                </a:lnTo>
                <a:lnTo>
                  <a:pt x="287972" y="2804268"/>
                </a:lnTo>
                <a:lnTo>
                  <a:pt x="301625" y="2794111"/>
                </a:lnTo>
                <a:lnTo>
                  <a:pt x="316547" y="2783001"/>
                </a:lnTo>
                <a:lnTo>
                  <a:pt x="331152" y="2771574"/>
                </a:lnTo>
                <a:lnTo>
                  <a:pt x="345123" y="2760147"/>
                </a:lnTo>
                <a:lnTo>
                  <a:pt x="359093" y="2748720"/>
                </a:lnTo>
                <a:lnTo>
                  <a:pt x="372428" y="2736658"/>
                </a:lnTo>
                <a:lnTo>
                  <a:pt x="385445" y="2724913"/>
                </a:lnTo>
                <a:lnTo>
                  <a:pt x="398463" y="2712852"/>
                </a:lnTo>
                <a:lnTo>
                  <a:pt x="410528" y="2700790"/>
                </a:lnTo>
                <a:lnTo>
                  <a:pt x="422593" y="2688410"/>
                </a:lnTo>
                <a:lnTo>
                  <a:pt x="434658" y="2676031"/>
                </a:lnTo>
                <a:lnTo>
                  <a:pt x="445770" y="2663652"/>
                </a:lnTo>
                <a:lnTo>
                  <a:pt x="457200" y="2650955"/>
                </a:lnTo>
                <a:lnTo>
                  <a:pt x="467678" y="2638258"/>
                </a:lnTo>
                <a:lnTo>
                  <a:pt x="478473" y="2625244"/>
                </a:lnTo>
                <a:lnTo>
                  <a:pt x="488315" y="2612230"/>
                </a:lnTo>
                <a:lnTo>
                  <a:pt x="498475" y="2599533"/>
                </a:lnTo>
                <a:lnTo>
                  <a:pt x="508000" y="2586519"/>
                </a:lnTo>
                <a:lnTo>
                  <a:pt x="517525" y="2573187"/>
                </a:lnTo>
                <a:lnTo>
                  <a:pt x="526733" y="2559856"/>
                </a:lnTo>
                <a:lnTo>
                  <a:pt x="535623" y="2546524"/>
                </a:lnTo>
                <a:lnTo>
                  <a:pt x="543878" y="2532875"/>
                </a:lnTo>
                <a:lnTo>
                  <a:pt x="552133" y="2519544"/>
                </a:lnTo>
                <a:lnTo>
                  <a:pt x="560388" y="2506212"/>
                </a:lnTo>
                <a:lnTo>
                  <a:pt x="568008" y="2492246"/>
                </a:lnTo>
                <a:lnTo>
                  <a:pt x="575628" y="2478597"/>
                </a:lnTo>
                <a:lnTo>
                  <a:pt x="582930" y="2464948"/>
                </a:lnTo>
                <a:lnTo>
                  <a:pt x="589915" y="2450981"/>
                </a:lnTo>
                <a:lnTo>
                  <a:pt x="596900" y="2437015"/>
                </a:lnTo>
                <a:lnTo>
                  <a:pt x="603568" y="2423048"/>
                </a:lnTo>
                <a:lnTo>
                  <a:pt x="610235" y="2409082"/>
                </a:lnTo>
                <a:lnTo>
                  <a:pt x="616585" y="2394798"/>
                </a:lnTo>
                <a:lnTo>
                  <a:pt x="622618" y="2380832"/>
                </a:lnTo>
                <a:lnTo>
                  <a:pt x="633413" y="2353851"/>
                </a:lnTo>
                <a:lnTo>
                  <a:pt x="643573" y="2327188"/>
                </a:lnTo>
                <a:lnTo>
                  <a:pt x="653098" y="2301160"/>
                </a:lnTo>
                <a:lnTo>
                  <a:pt x="661670" y="2275449"/>
                </a:lnTo>
                <a:lnTo>
                  <a:pt x="668020" y="2255451"/>
                </a:lnTo>
                <a:lnTo>
                  <a:pt x="673735" y="2236089"/>
                </a:lnTo>
                <a:lnTo>
                  <a:pt x="679450" y="2216409"/>
                </a:lnTo>
                <a:lnTo>
                  <a:pt x="684530" y="2197046"/>
                </a:lnTo>
                <a:lnTo>
                  <a:pt x="688975" y="2177684"/>
                </a:lnTo>
                <a:lnTo>
                  <a:pt x="693103" y="2158956"/>
                </a:lnTo>
                <a:lnTo>
                  <a:pt x="696913" y="2139911"/>
                </a:lnTo>
                <a:lnTo>
                  <a:pt x="700723" y="2121501"/>
                </a:lnTo>
                <a:lnTo>
                  <a:pt x="703580" y="2102456"/>
                </a:lnTo>
                <a:lnTo>
                  <a:pt x="706755" y="2083728"/>
                </a:lnTo>
                <a:lnTo>
                  <a:pt x="709295" y="2065318"/>
                </a:lnTo>
                <a:lnTo>
                  <a:pt x="711200" y="2046907"/>
                </a:lnTo>
                <a:lnTo>
                  <a:pt x="713423" y="2028180"/>
                </a:lnTo>
                <a:lnTo>
                  <a:pt x="715010" y="2009770"/>
                </a:lnTo>
                <a:lnTo>
                  <a:pt x="716280" y="1991359"/>
                </a:lnTo>
                <a:lnTo>
                  <a:pt x="717550" y="1972949"/>
                </a:lnTo>
                <a:lnTo>
                  <a:pt x="661670" y="1972949"/>
                </a:lnTo>
                <a:lnTo>
                  <a:pt x="661670" y="2005960"/>
                </a:lnTo>
                <a:lnTo>
                  <a:pt x="661670" y="2083093"/>
                </a:lnTo>
                <a:lnTo>
                  <a:pt x="661670" y="2166892"/>
                </a:lnTo>
                <a:lnTo>
                  <a:pt x="656273" y="2190063"/>
                </a:lnTo>
                <a:lnTo>
                  <a:pt x="649923" y="2214504"/>
                </a:lnTo>
                <a:lnTo>
                  <a:pt x="642938" y="2238628"/>
                </a:lnTo>
                <a:lnTo>
                  <a:pt x="635000" y="2264022"/>
                </a:lnTo>
                <a:lnTo>
                  <a:pt x="626110" y="2289098"/>
                </a:lnTo>
                <a:lnTo>
                  <a:pt x="616903" y="2315444"/>
                </a:lnTo>
                <a:lnTo>
                  <a:pt x="607060" y="2342424"/>
                </a:lnTo>
                <a:lnTo>
                  <a:pt x="595630" y="2369405"/>
                </a:lnTo>
                <a:lnTo>
                  <a:pt x="589280" y="2384006"/>
                </a:lnTo>
                <a:lnTo>
                  <a:pt x="582613" y="2398607"/>
                </a:lnTo>
                <a:lnTo>
                  <a:pt x="575945" y="2413526"/>
                </a:lnTo>
                <a:lnTo>
                  <a:pt x="568960" y="2427810"/>
                </a:lnTo>
                <a:lnTo>
                  <a:pt x="562293" y="2441459"/>
                </a:lnTo>
                <a:lnTo>
                  <a:pt x="554673" y="2455425"/>
                </a:lnTo>
                <a:lnTo>
                  <a:pt x="547370" y="2469074"/>
                </a:lnTo>
                <a:lnTo>
                  <a:pt x="539750" y="2482723"/>
                </a:lnTo>
                <a:lnTo>
                  <a:pt x="531813" y="2496372"/>
                </a:lnTo>
                <a:lnTo>
                  <a:pt x="523875" y="2509386"/>
                </a:lnTo>
                <a:lnTo>
                  <a:pt x="515938" y="2522718"/>
                </a:lnTo>
                <a:lnTo>
                  <a:pt x="507683" y="2535415"/>
                </a:lnTo>
                <a:lnTo>
                  <a:pt x="499110" y="2547794"/>
                </a:lnTo>
                <a:lnTo>
                  <a:pt x="490220" y="2560491"/>
                </a:lnTo>
                <a:lnTo>
                  <a:pt x="481330" y="2572870"/>
                </a:lnTo>
                <a:lnTo>
                  <a:pt x="472440" y="2585249"/>
                </a:lnTo>
                <a:lnTo>
                  <a:pt x="463233" y="2596994"/>
                </a:lnTo>
                <a:lnTo>
                  <a:pt x="453708" y="2609056"/>
                </a:lnTo>
                <a:lnTo>
                  <a:pt x="444183" y="2620800"/>
                </a:lnTo>
                <a:lnTo>
                  <a:pt x="434340" y="2631910"/>
                </a:lnTo>
                <a:lnTo>
                  <a:pt x="424180" y="2643654"/>
                </a:lnTo>
                <a:lnTo>
                  <a:pt x="414020" y="2654447"/>
                </a:lnTo>
                <a:lnTo>
                  <a:pt x="403543" y="2665556"/>
                </a:lnTo>
                <a:lnTo>
                  <a:pt x="393065" y="2676348"/>
                </a:lnTo>
                <a:lnTo>
                  <a:pt x="382270" y="2687141"/>
                </a:lnTo>
                <a:lnTo>
                  <a:pt x="371475" y="2697615"/>
                </a:lnTo>
                <a:lnTo>
                  <a:pt x="360363" y="2708090"/>
                </a:lnTo>
                <a:lnTo>
                  <a:pt x="348933" y="2718248"/>
                </a:lnTo>
                <a:lnTo>
                  <a:pt x="337502" y="2728405"/>
                </a:lnTo>
                <a:lnTo>
                  <a:pt x="326072" y="2738245"/>
                </a:lnTo>
                <a:lnTo>
                  <a:pt x="314007" y="2748085"/>
                </a:lnTo>
                <a:lnTo>
                  <a:pt x="301625" y="2757608"/>
                </a:lnTo>
                <a:lnTo>
                  <a:pt x="301625" y="2053891"/>
                </a:lnTo>
                <a:lnTo>
                  <a:pt x="301625" y="2025006"/>
                </a:lnTo>
                <a:lnTo>
                  <a:pt x="301625" y="1944064"/>
                </a:lnTo>
                <a:lnTo>
                  <a:pt x="301625" y="1860583"/>
                </a:lnTo>
                <a:lnTo>
                  <a:pt x="301625" y="1584746"/>
                </a:lnTo>
                <a:lnTo>
                  <a:pt x="301625" y="1506344"/>
                </a:lnTo>
                <a:lnTo>
                  <a:pt x="301625" y="1268280"/>
                </a:lnTo>
                <a:lnTo>
                  <a:pt x="301625" y="1249870"/>
                </a:lnTo>
                <a:lnTo>
                  <a:pt x="301625" y="1020376"/>
                </a:lnTo>
                <a:lnTo>
                  <a:pt x="295910" y="1024502"/>
                </a:lnTo>
                <a:lnTo>
                  <a:pt x="290512" y="1029264"/>
                </a:lnTo>
                <a:lnTo>
                  <a:pt x="285115" y="1034342"/>
                </a:lnTo>
                <a:lnTo>
                  <a:pt x="279717" y="1039739"/>
                </a:lnTo>
                <a:lnTo>
                  <a:pt x="274637" y="1045452"/>
                </a:lnTo>
                <a:lnTo>
                  <a:pt x="269875" y="1051800"/>
                </a:lnTo>
                <a:lnTo>
                  <a:pt x="265112" y="1058784"/>
                </a:lnTo>
                <a:lnTo>
                  <a:pt x="260350" y="1066402"/>
                </a:lnTo>
                <a:lnTo>
                  <a:pt x="257810" y="1071480"/>
                </a:lnTo>
                <a:lnTo>
                  <a:pt x="255270" y="1076876"/>
                </a:lnTo>
                <a:lnTo>
                  <a:pt x="252412" y="1082590"/>
                </a:lnTo>
                <a:lnTo>
                  <a:pt x="250190" y="1088304"/>
                </a:lnTo>
                <a:lnTo>
                  <a:pt x="247967" y="1094652"/>
                </a:lnTo>
                <a:lnTo>
                  <a:pt x="245427" y="1101635"/>
                </a:lnTo>
                <a:lnTo>
                  <a:pt x="243205" y="1108618"/>
                </a:lnTo>
                <a:lnTo>
                  <a:pt x="241300" y="1116236"/>
                </a:lnTo>
                <a:lnTo>
                  <a:pt x="239395" y="1124807"/>
                </a:lnTo>
                <a:lnTo>
                  <a:pt x="237807" y="1133060"/>
                </a:lnTo>
                <a:lnTo>
                  <a:pt x="236537" y="1142265"/>
                </a:lnTo>
                <a:lnTo>
                  <a:pt x="235267" y="1151470"/>
                </a:lnTo>
                <a:lnTo>
                  <a:pt x="234315" y="1161945"/>
                </a:lnTo>
                <a:lnTo>
                  <a:pt x="233680" y="1172102"/>
                </a:lnTo>
                <a:lnTo>
                  <a:pt x="233362" y="1183529"/>
                </a:lnTo>
                <a:lnTo>
                  <a:pt x="233045" y="1194956"/>
                </a:lnTo>
                <a:lnTo>
                  <a:pt x="233045" y="1205748"/>
                </a:lnTo>
                <a:lnTo>
                  <a:pt x="233362" y="1216858"/>
                </a:lnTo>
                <a:lnTo>
                  <a:pt x="233997" y="1228603"/>
                </a:lnTo>
                <a:lnTo>
                  <a:pt x="234950" y="1240664"/>
                </a:lnTo>
                <a:lnTo>
                  <a:pt x="236220" y="1253044"/>
                </a:lnTo>
                <a:lnTo>
                  <a:pt x="237490" y="1265740"/>
                </a:lnTo>
                <a:lnTo>
                  <a:pt x="239395" y="1279072"/>
                </a:lnTo>
                <a:lnTo>
                  <a:pt x="241935" y="1293038"/>
                </a:lnTo>
                <a:lnTo>
                  <a:pt x="244157" y="1307322"/>
                </a:lnTo>
                <a:lnTo>
                  <a:pt x="247332" y="1322241"/>
                </a:lnTo>
                <a:lnTo>
                  <a:pt x="250507" y="1337477"/>
                </a:lnTo>
                <a:lnTo>
                  <a:pt x="254000" y="1353348"/>
                </a:lnTo>
                <a:lnTo>
                  <a:pt x="258127" y="1369536"/>
                </a:lnTo>
                <a:lnTo>
                  <a:pt x="262572" y="1386042"/>
                </a:lnTo>
                <a:lnTo>
                  <a:pt x="267335" y="1403500"/>
                </a:lnTo>
                <a:lnTo>
                  <a:pt x="272732" y="1420958"/>
                </a:lnTo>
                <a:lnTo>
                  <a:pt x="272732" y="1935494"/>
                </a:lnTo>
                <a:lnTo>
                  <a:pt x="264160" y="1931367"/>
                </a:lnTo>
                <a:lnTo>
                  <a:pt x="255905" y="1926288"/>
                </a:lnTo>
                <a:lnTo>
                  <a:pt x="251777" y="1923749"/>
                </a:lnTo>
                <a:lnTo>
                  <a:pt x="247967" y="1920575"/>
                </a:lnTo>
                <a:lnTo>
                  <a:pt x="244157" y="1917718"/>
                </a:lnTo>
                <a:lnTo>
                  <a:pt x="240665" y="1914227"/>
                </a:lnTo>
                <a:lnTo>
                  <a:pt x="237172" y="1911052"/>
                </a:lnTo>
                <a:lnTo>
                  <a:pt x="233680" y="1907243"/>
                </a:lnTo>
                <a:lnTo>
                  <a:pt x="230505" y="1903752"/>
                </a:lnTo>
                <a:lnTo>
                  <a:pt x="227330" y="1899943"/>
                </a:lnTo>
                <a:lnTo>
                  <a:pt x="224155" y="1895816"/>
                </a:lnTo>
                <a:lnTo>
                  <a:pt x="221615" y="1891690"/>
                </a:lnTo>
                <a:lnTo>
                  <a:pt x="219075" y="1887563"/>
                </a:lnTo>
                <a:lnTo>
                  <a:pt x="216535" y="1882802"/>
                </a:lnTo>
                <a:lnTo>
                  <a:pt x="202247" y="1854869"/>
                </a:lnTo>
                <a:lnTo>
                  <a:pt x="188277" y="1827254"/>
                </a:lnTo>
                <a:lnTo>
                  <a:pt x="174942" y="1800273"/>
                </a:lnTo>
                <a:lnTo>
                  <a:pt x="162560" y="1773928"/>
                </a:lnTo>
                <a:lnTo>
                  <a:pt x="150495" y="1747899"/>
                </a:lnTo>
                <a:lnTo>
                  <a:pt x="138747" y="1722188"/>
                </a:lnTo>
                <a:lnTo>
                  <a:pt x="127635" y="1697112"/>
                </a:lnTo>
                <a:lnTo>
                  <a:pt x="116840" y="1672354"/>
                </a:lnTo>
                <a:lnTo>
                  <a:pt x="106997" y="1648230"/>
                </a:lnTo>
                <a:lnTo>
                  <a:pt x="97472" y="1624423"/>
                </a:lnTo>
                <a:lnTo>
                  <a:pt x="88265" y="1600934"/>
                </a:lnTo>
                <a:lnTo>
                  <a:pt x="79692" y="1578080"/>
                </a:lnTo>
                <a:lnTo>
                  <a:pt x="71755" y="1555544"/>
                </a:lnTo>
                <a:lnTo>
                  <a:pt x="64135" y="1533324"/>
                </a:lnTo>
                <a:lnTo>
                  <a:pt x="56832" y="1511422"/>
                </a:lnTo>
                <a:lnTo>
                  <a:pt x="50165" y="1490155"/>
                </a:lnTo>
                <a:lnTo>
                  <a:pt x="43815" y="1469206"/>
                </a:lnTo>
                <a:lnTo>
                  <a:pt x="38100" y="1448256"/>
                </a:lnTo>
                <a:lnTo>
                  <a:pt x="32702" y="1427941"/>
                </a:lnTo>
                <a:lnTo>
                  <a:pt x="27940" y="1407944"/>
                </a:lnTo>
                <a:lnTo>
                  <a:pt x="23177" y="1388899"/>
                </a:lnTo>
                <a:lnTo>
                  <a:pt x="19367" y="1369536"/>
                </a:lnTo>
                <a:lnTo>
                  <a:pt x="15557" y="1350491"/>
                </a:lnTo>
                <a:lnTo>
                  <a:pt x="12382" y="1332081"/>
                </a:lnTo>
                <a:lnTo>
                  <a:pt x="9207" y="1313988"/>
                </a:lnTo>
                <a:lnTo>
                  <a:pt x="6985" y="1296213"/>
                </a:lnTo>
                <a:lnTo>
                  <a:pt x="5080" y="1278437"/>
                </a:lnTo>
                <a:lnTo>
                  <a:pt x="2857" y="1261297"/>
                </a:lnTo>
                <a:lnTo>
                  <a:pt x="1587" y="1244156"/>
                </a:lnTo>
                <a:lnTo>
                  <a:pt x="952" y="1227650"/>
                </a:lnTo>
                <a:lnTo>
                  <a:pt x="317" y="1211462"/>
                </a:lnTo>
                <a:lnTo>
                  <a:pt x="0" y="1194956"/>
                </a:lnTo>
                <a:lnTo>
                  <a:pt x="317" y="1177181"/>
                </a:lnTo>
                <a:lnTo>
                  <a:pt x="952" y="1159405"/>
                </a:lnTo>
                <a:lnTo>
                  <a:pt x="1905" y="1142265"/>
                </a:lnTo>
                <a:lnTo>
                  <a:pt x="3810" y="1125759"/>
                </a:lnTo>
                <a:lnTo>
                  <a:pt x="6032" y="1108936"/>
                </a:lnTo>
                <a:lnTo>
                  <a:pt x="8572" y="1092747"/>
                </a:lnTo>
                <a:lnTo>
                  <a:pt x="11747" y="1077194"/>
                </a:lnTo>
                <a:lnTo>
                  <a:pt x="14922" y="1061640"/>
                </a:lnTo>
                <a:lnTo>
                  <a:pt x="19050" y="1046722"/>
                </a:lnTo>
                <a:lnTo>
                  <a:pt x="23177" y="1031803"/>
                </a:lnTo>
                <a:lnTo>
                  <a:pt x="27940" y="1017519"/>
                </a:lnTo>
                <a:lnTo>
                  <a:pt x="33337" y="1003870"/>
                </a:lnTo>
                <a:lnTo>
                  <a:pt x="38417" y="990221"/>
                </a:lnTo>
                <a:lnTo>
                  <a:pt x="44450" y="977207"/>
                </a:lnTo>
                <a:lnTo>
                  <a:pt x="50800" y="964510"/>
                </a:lnTo>
                <a:lnTo>
                  <a:pt x="57467" y="951814"/>
                </a:lnTo>
                <a:lnTo>
                  <a:pt x="64452" y="940387"/>
                </a:lnTo>
                <a:lnTo>
                  <a:pt x="71755" y="928642"/>
                </a:lnTo>
                <a:lnTo>
                  <a:pt x="79375" y="917532"/>
                </a:lnTo>
                <a:lnTo>
                  <a:pt x="87312" y="907058"/>
                </a:lnTo>
                <a:lnTo>
                  <a:pt x="95250" y="896900"/>
                </a:lnTo>
                <a:lnTo>
                  <a:pt x="103505" y="887060"/>
                </a:lnTo>
                <a:lnTo>
                  <a:pt x="112395" y="877855"/>
                </a:lnTo>
                <a:lnTo>
                  <a:pt x="120967" y="869285"/>
                </a:lnTo>
                <a:lnTo>
                  <a:pt x="129540" y="860397"/>
                </a:lnTo>
                <a:lnTo>
                  <a:pt x="138430" y="852462"/>
                </a:lnTo>
                <a:lnTo>
                  <a:pt x="147637" y="844844"/>
                </a:lnTo>
                <a:lnTo>
                  <a:pt x="156527" y="837860"/>
                </a:lnTo>
                <a:lnTo>
                  <a:pt x="165735" y="830877"/>
                </a:lnTo>
                <a:lnTo>
                  <a:pt x="174625" y="824529"/>
                </a:lnTo>
                <a:lnTo>
                  <a:pt x="184150" y="818815"/>
                </a:lnTo>
                <a:lnTo>
                  <a:pt x="193040" y="813419"/>
                </a:lnTo>
                <a:lnTo>
                  <a:pt x="201930" y="808023"/>
                </a:lnTo>
                <a:lnTo>
                  <a:pt x="210820" y="803262"/>
                </a:lnTo>
                <a:lnTo>
                  <a:pt x="220027" y="798818"/>
                </a:lnTo>
                <a:lnTo>
                  <a:pt x="228600" y="794691"/>
                </a:lnTo>
                <a:lnTo>
                  <a:pt x="237172" y="790882"/>
                </a:lnTo>
                <a:lnTo>
                  <a:pt x="245427" y="787073"/>
                </a:lnTo>
                <a:lnTo>
                  <a:pt x="262255" y="780408"/>
                </a:lnTo>
                <a:lnTo>
                  <a:pt x="278130" y="775011"/>
                </a:lnTo>
                <a:lnTo>
                  <a:pt x="293370" y="770568"/>
                </a:lnTo>
                <a:lnTo>
                  <a:pt x="307975" y="766759"/>
                </a:lnTo>
                <a:lnTo>
                  <a:pt x="321310" y="763584"/>
                </a:lnTo>
                <a:lnTo>
                  <a:pt x="334010" y="761045"/>
                </a:lnTo>
                <a:lnTo>
                  <a:pt x="345440" y="759458"/>
                </a:lnTo>
                <a:lnTo>
                  <a:pt x="355918" y="758188"/>
                </a:lnTo>
                <a:lnTo>
                  <a:pt x="365125" y="757236"/>
                </a:lnTo>
                <a:lnTo>
                  <a:pt x="379095" y="756284"/>
                </a:lnTo>
                <a:lnTo>
                  <a:pt x="387350" y="755966"/>
                </a:lnTo>
                <a:lnTo>
                  <a:pt x="394018" y="754697"/>
                </a:lnTo>
                <a:lnTo>
                  <a:pt x="400685" y="753110"/>
                </a:lnTo>
                <a:lnTo>
                  <a:pt x="407353" y="752475"/>
                </a:lnTo>
                <a:close/>
                <a:moveTo>
                  <a:pt x="686924" y="0"/>
                </a:moveTo>
                <a:lnTo>
                  <a:pt x="694850" y="0"/>
                </a:lnTo>
                <a:lnTo>
                  <a:pt x="703093" y="0"/>
                </a:lnTo>
                <a:lnTo>
                  <a:pt x="711019" y="317"/>
                </a:lnTo>
                <a:lnTo>
                  <a:pt x="718944" y="634"/>
                </a:lnTo>
                <a:lnTo>
                  <a:pt x="735113" y="2219"/>
                </a:lnTo>
                <a:lnTo>
                  <a:pt x="750965" y="4438"/>
                </a:lnTo>
                <a:lnTo>
                  <a:pt x="766500" y="7609"/>
                </a:lnTo>
                <a:lnTo>
                  <a:pt x="781718" y="11413"/>
                </a:lnTo>
                <a:lnTo>
                  <a:pt x="796936" y="16169"/>
                </a:lnTo>
                <a:lnTo>
                  <a:pt x="811837" y="21558"/>
                </a:lnTo>
                <a:lnTo>
                  <a:pt x="826103" y="27265"/>
                </a:lnTo>
                <a:lnTo>
                  <a:pt x="840370" y="33923"/>
                </a:lnTo>
                <a:lnTo>
                  <a:pt x="854320" y="41215"/>
                </a:lnTo>
                <a:lnTo>
                  <a:pt x="867952" y="49458"/>
                </a:lnTo>
                <a:lnTo>
                  <a:pt x="880951" y="58018"/>
                </a:lnTo>
                <a:lnTo>
                  <a:pt x="893950" y="66895"/>
                </a:lnTo>
                <a:lnTo>
                  <a:pt x="906314" y="76723"/>
                </a:lnTo>
                <a:lnTo>
                  <a:pt x="917728" y="87502"/>
                </a:lnTo>
                <a:lnTo>
                  <a:pt x="929141" y="98282"/>
                </a:lnTo>
                <a:lnTo>
                  <a:pt x="939920" y="109695"/>
                </a:lnTo>
                <a:lnTo>
                  <a:pt x="950382" y="122060"/>
                </a:lnTo>
                <a:lnTo>
                  <a:pt x="959894" y="134741"/>
                </a:lnTo>
                <a:lnTo>
                  <a:pt x="968771" y="147740"/>
                </a:lnTo>
                <a:lnTo>
                  <a:pt x="977331" y="161372"/>
                </a:lnTo>
                <a:lnTo>
                  <a:pt x="981135" y="168347"/>
                </a:lnTo>
                <a:lnTo>
                  <a:pt x="985257" y="175322"/>
                </a:lnTo>
                <a:lnTo>
                  <a:pt x="988744" y="182614"/>
                </a:lnTo>
                <a:lnTo>
                  <a:pt x="992549" y="189906"/>
                </a:lnTo>
                <a:lnTo>
                  <a:pt x="995719" y="197515"/>
                </a:lnTo>
                <a:lnTo>
                  <a:pt x="998889" y="204807"/>
                </a:lnTo>
                <a:lnTo>
                  <a:pt x="1001743" y="213050"/>
                </a:lnTo>
                <a:lnTo>
                  <a:pt x="1004279" y="220659"/>
                </a:lnTo>
                <a:lnTo>
                  <a:pt x="1007132" y="228584"/>
                </a:lnTo>
                <a:lnTo>
                  <a:pt x="1009352" y="236510"/>
                </a:lnTo>
                <a:lnTo>
                  <a:pt x="1011571" y="244436"/>
                </a:lnTo>
                <a:lnTo>
                  <a:pt x="1013790" y="252679"/>
                </a:lnTo>
                <a:lnTo>
                  <a:pt x="1015692" y="260922"/>
                </a:lnTo>
                <a:lnTo>
                  <a:pt x="1016961" y="269165"/>
                </a:lnTo>
                <a:lnTo>
                  <a:pt x="1018229" y="277408"/>
                </a:lnTo>
                <a:lnTo>
                  <a:pt x="1019814" y="285651"/>
                </a:lnTo>
                <a:lnTo>
                  <a:pt x="1020765" y="293894"/>
                </a:lnTo>
                <a:lnTo>
                  <a:pt x="1021399" y="302137"/>
                </a:lnTo>
                <a:lnTo>
                  <a:pt x="1022033" y="310063"/>
                </a:lnTo>
                <a:lnTo>
                  <a:pt x="1022350" y="318306"/>
                </a:lnTo>
                <a:lnTo>
                  <a:pt x="1022350" y="326232"/>
                </a:lnTo>
                <a:lnTo>
                  <a:pt x="1022350" y="334792"/>
                </a:lnTo>
                <a:lnTo>
                  <a:pt x="1022033" y="342718"/>
                </a:lnTo>
                <a:lnTo>
                  <a:pt x="1021399" y="350644"/>
                </a:lnTo>
                <a:lnTo>
                  <a:pt x="1020131" y="366813"/>
                </a:lnTo>
                <a:lnTo>
                  <a:pt x="1017595" y="382348"/>
                </a:lnTo>
                <a:lnTo>
                  <a:pt x="1014424" y="398200"/>
                </a:lnTo>
                <a:lnTo>
                  <a:pt x="1010620" y="413418"/>
                </a:lnTo>
                <a:lnTo>
                  <a:pt x="1006181" y="428636"/>
                </a:lnTo>
                <a:lnTo>
                  <a:pt x="1000792" y="443536"/>
                </a:lnTo>
                <a:lnTo>
                  <a:pt x="994768" y="458120"/>
                </a:lnTo>
                <a:lnTo>
                  <a:pt x="988110" y="472387"/>
                </a:lnTo>
                <a:lnTo>
                  <a:pt x="980818" y="486020"/>
                </a:lnTo>
                <a:lnTo>
                  <a:pt x="972892" y="499652"/>
                </a:lnTo>
                <a:lnTo>
                  <a:pt x="964332" y="512968"/>
                </a:lnTo>
                <a:lnTo>
                  <a:pt x="954821" y="525332"/>
                </a:lnTo>
                <a:lnTo>
                  <a:pt x="945310" y="537697"/>
                </a:lnTo>
                <a:lnTo>
                  <a:pt x="934848" y="549427"/>
                </a:lnTo>
                <a:lnTo>
                  <a:pt x="923751" y="560524"/>
                </a:lnTo>
                <a:lnTo>
                  <a:pt x="912021" y="571620"/>
                </a:lnTo>
                <a:lnTo>
                  <a:pt x="900290" y="581765"/>
                </a:lnTo>
                <a:lnTo>
                  <a:pt x="887609" y="591593"/>
                </a:lnTo>
                <a:lnTo>
                  <a:pt x="874293" y="600470"/>
                </a:lnTo>
                <a:lnTo>
                  <a:pt x="860661" y="609030"/>
                </a:lnTo>
                <a:lnTo>
                  <a:pt x="853686" y="613152"/>
                </a:lnTo>
                <a:lnTo>
                  <a:pt x="846711" y="616639"/>
                </a:lnTo>
                <a:lnTo>
                  <a:pt x="839419" y="620444"/>
                </a:lnTo>
                <a:lnTo>
                  <a:pt x="832127" y="623931"/>
                </a:lnTo>
                <a:lnTo>
                  <a:pt x="824518" y="627419"/>
                </a:lnTo>
                <a:lnTo>
                  <a:pt x="816909" y="630272"/>
                </a:lnTo>
                <a:lnTo>
                  <a:pt x="809300" y="633442"/>
                </a:lnTo>
                <a:lnTo>
                  <a:pt x="801691" y="636296"/>
                </a:lnTo>
                <a:lnTo>
                  <a:pt x="793766" y="638515"/>
                </a:lnTo>
                <a:lnTo>
                  <a:pt x="785840" y="641368"/>
                </a:lnTo>
                <a:lnTo>
                  <a:pt x="777597" y="643270"/>
                </a:lnTo>
                <a:lnTo>
                  <a:pt x="769671" y="645173"/>
                </a:lnTo>
                <a:lnTo>
                  <a:pt x="761111" y="647392"/>
                </a:lnTo>
                <a:lnTo>
                  <a:pt x="752868" y="648977"/>
                </a:lnTo>
                <a:lnTo>
                  <a:pt x="744625" y="650245"/>
                </a:lnTo>
                <a:lnTo>
                  <a:pt x="736382" y="651196"/>
                </a:lnTo>
                <a:lnTo>
                  <a:pt x="728456" y="652148"/>
                </a:lnTo>
                <a:lnTo>
                  <a:pt x="720213" y="652782"/>
                </a:lnTo>
                <a:lnTo>
                  <a:pt x="711653" y="653416"/>
                </a:lnTo>
                <a:lnTo>
                  <a:pt x="703727" y="654050"/>
                </a:lnTo>
                <a:lnTo>
                  <a:pt x="695484" y="654050"/>
                </a:lnTo>
                <a:lnTo>
                  <a:pt x="687558" y="654050"/>
                </a:lnTo>
                <a:lnTo>
                  <a:pt x="679315" y="653416"/>
                </a:lnTo>
                <a:lnTo>
                  <a:pt x="671389" y="653099"/>
                </a:lnTo>
                <a:lnTo>
                  <a:pt x="655537" y="651513"/>
                </a:lnTo>
                <a:lnTo>
                  <a:pt x="639685" y="649294"/>
                </a:lnTo>
                <a:lnTo>
                  <a:pt x="624150" y="646124"/>
                </a:lnTo>
                <a:lnTo>
                  <a:pt x="608615" y="642319"/>
                </a:lnTo>
                <a:lnTo>
                  <a:pt x="593714" y="637564"/>
                </a:lnTo>
                <a:lnTo>
                  <a:pt x="578814" y="632174"/>
                </a:lnTo>
                <a:lnTo>
                  <a:pt x="564230" y="626468"/>
                </a:lnTo>
                <a:lnTo>
                  <a:pt x="549963" y="619810"/>
                </a:lnTo>
                <a:lnTo>
                  <a:pt x="536013" y="612518"/>
                </a:lnTo>
                <a:lnTo>
                  <a:pt x="522698" y="604592"/>
                </a:lnTo>
                <a:lnTo>
                  <a:pt x="509382" y="595715"/>
                </a:lnTo>
                <a:lnTo>
                  <a:pt x="496701" y="586521"/>
                </a:lnTo>
                <a:lnTo>
                  <a:pt x="484653" y="577010"/>
                </a:lnTo>
                <a:lnTo>
                  <a:pt x="472606" y="566230"/>
                </a:lnTo>
                <a:lnTo>
                  <a:pt x="461192" y="555451"/>
                </a:lnTo>
                <a:lnTo>
                  <a:pt x="450730" y="544038"/>
                </a:lnTo>
                <a:lnTo>
                  <a:pt x="440268" y="531673"/>
                </a:lnTo>
                <a:lnTo>
                  <a:pt x="430757" y="519309"/>
                </a:lnTo>
                <a:lnTo>
                  <a:pt x="421563" y="505993"/>
                </a:lnTo>
                <a:lnTo>
                  <a:pt x="413320" y="492360"/>
                </a:lnTo>
                <a:lnTo>
                  <a:pt x="409198" y="485385"/>
                </a:lnTo>
                <a:lnTo>
                  <a:pt x="405394" y="478411"/>
                </a:lnTo>
                <a:lnTo>
                  <a:pt x="401589" y="471119"/>
                </a:lnTo>
                <a:lnTo>
                  <a:pt x="398419" y="463827"/>
                </a:lnTo>
                <a:lnTo>
                  <a:pt x="394931" y="456218"/>
                </a:lnTo>
                <a:lnTo>
                  <a:pt x="392078" y="448926"/>
                </a:lnTo>
                <a:lnTo>
                  <a:pt x="388908" y="441000"/>
                </a:lnTo>
                <a:lnTo>
                  <a:pt x="386054" y="433074"/>
                </a:lnTo>
                <a:lnTo>
                  <a:pt x="383518" y="425148"/>
                </a:lnTo>
                <a:lnTo>
                  <a:pt x="380982" y="417222"/>
                </a:lnTo>
                <a:lnTo>
                  <a:pt x="378762" y="409296"/>
                </a:lnTo>
                <a:lnTo>
                  <a:pt x="376860" y="401053"/>
                </a:lnTo>
                <a:lnTo>
                  <a:pt x="374958" y="392810"/>
                </a:lnTo>
                <a:lnTo>
                  <a:pt x="373373" y="384567"/>
                </a:lnTo>
                <a:lnTo>
                  <a:pt x="372105" y="376007"/>
                </a:lnTo>
                <a:lnTo>
                  <a:pt x="371153" y="368081"/>
                </a:lnTo>
                <a:lnTo>
                  <a:pt x="370202" y="359838"/>
                </a:lnTo>
                <a:lnTo>
                  <a:pt x="369251" y="351595"/>
                </a:lnTo>
                <a:lnTo>
                  <a:pt x="368617" y="343669"/>
                </a:lnTo>
                <a:lnTo>
                  <a:pt x="368300" y="335426"/>
                </a:lnTo>
                <a:lnTo>
                  <a:pt x="368300" y="327183"/>
                </a:lnTo>
                <a:lnTo>
                  <a:pt x="368300" y="318940"/>
                </a:lnTo>
                <a:lnTo>
                  <a:pt x="368617" y="311014"/>
                </a:lnTo>
                <a:lnTo>
                  <a:pt x="369251" y="303088"/>
                </a:lnTo>
                <a:lnTo>
                  <a:pt x="370836" y="286920"/>
                </a:lnTo>
                <a:lnTo>
                  <a:pt x="373056" y="271385"/>
                </a:lnTo>
                <a:lnTo>
                  <a:pt x="375909" y="255850"/>
                </a:lnTo>
                <a:lnTo>
                  <a:pt x="380031" y="240315"/>
                </a:lnTo>
                <a:lnTo>
                  <a:pt x="384469" y="225097"/>
                </a:lnTo>
                <a:lnTo>
                  <a:pt x="389542" y="210196"/>
                </a:lnTo>
                <a:lnTo>
                  <a:pt x="395565" y="195612"/>
                </a:lnTo>
                <a:lnTo>
                  <a:pt x="402223" y="181346"/>
                </a:lnTo>
                <a:lnTo>
                  <a:pt x="409832" y="167713"/>
                </a:lnTo>
                <a:lnTo>
                  <a:pt x="417758" y="154080"/>
                </a:lnTo>
                <a:lnTo>
                  <a:pt x="426001" y="140765"/>
                </a:lnTo>
                <a:lnTo>
                  <a:pt x="435512" y="128400"/>
                </a:lnTo>
                <a:lnTo>
                  <a:pt x="445340" y="116036"/>
                </a:lnTo>
                <a:lnTo>
                  <a:pt x="455803" y="104305"/>
                </a:lnTo>
                <a:lnTo>
                  <a:pt x="466582" y="93209"/>
                </a:lnTo>
                <a:lnTo>
                  <a:pt x="478312" y="82113"/>
                </a:lnTo>
                <a:lnTo>
                  <a:pt x="490360" y="71968"/>
                </a:lnTo>
                <a:lnTo>
                  <a:pt x="503041" y="62139"/>
                </a:lnTo>
                <a:lnTo>
                  <a:pt x="516040" y="53262"/>
                </a:lnTo>
                <a:lnTo>
                  <a:pt x="529673" y="44702"/>
                </a:lnTo>
                <a:lnTo>
                  <a:pt x="536647" y="40581"/>
                </a:lnTo>
                <a:lnTo>
                  <a:pt x="543939" y="37093"/>
                </a:lnTo>
                <a:lnTo>
                  <a:pt x="551231" y="33289"/>
                </a:lnTo>
                <a:lnTo>
                  <a:pt x="558523" y="29801"/>
                </a:lnTo>
                <a:lnTo>
                  <a:pt x="565815" y="26314"/>
                </a:lnTo>
                <a:lnTo>
                  <a:pt x="573424" y="23461"/>
                </a:lnTo>
                <a:lnTo>
                  <a:pt x="581033" y="20290"/>
                </a:lnTo>
                <a:lnTo>
                  <a:pt x="588959" y="17437"/>
                </a:lnTo>
                <a:lnTo>
                  <a:pt x="596885" y="15218"/>
                </a:lnTo>
                <a:lnTo>
                  <a:pt x="605128" y="12364"/>
                </a:lnTo>
                <a:lnTo>
                  <a:pt x="613054" y="10462"/>
                </a:lnTo>
                <a:lnTo>
                  <a:pt x="621297" y="8560"/>
                </a:lnTo>
                <a:lnTo>
                  <a:pt x="629540" y="6341"/>
                </a:lnTo>
                <a:lnTo>
                  <a:pt x="637466" y="4755"/>
                </a:lnTo>
                <a:lnTo>
                  <a:pt x="645709" y="3487"/>
                </a:lnTo>
                <a:lnTo>
                  <a:pt x="653952" y="2536"/>
                </a:lnTo>
                <a:lnTo>
                  <a:pt x="662512" y="1585"/>
                </a:lnTo>
                <a:lnTo>
                  <a:pt x="670438" y="951"/>
                </a:lnTo>
                <a:lnTo>
                  <a:pt x="678681" y="317"/>
                </a:lnTo>
                <a:lnTo>
                  <a:pt x="686924" y="0"/>
                </a:lnTo>
                <a:close/>
              </a:path>
            </a:pathLst>
          </a:custGeom>
          <a:solidFill>
            <a:schemeClr val="bg1">
              <a:lumMod val="75000"/>
              <a:alpha val="8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信号"/>
          <p:cNvSpPr/>
          <p:nvPr/>
        </p:nvSpPr>
        <p:spPr>
          <a:xfrm>
            <a:off x="8861105" y="2585720"/>
            <a:ext cx="561360" cy="561360"/>
          </a:xfrm>
          <a:custGeom>
            <a:avLst/>
            <a:gdLst/>
            <a:ahLst/>
            <a:cxnLst/>
            <a:rect l="l" t="t" r="r" b="b"/>
            <a:pathLst>
              <a:path w="1366582" h="1042046">
                <a:moveTo>
                  <a:pt x="37022" y="792087"/>
                </a:moveTo>
                <a:lnTo>
                  <a:pt x="185104" y="792087"/>
                </a:lnTo>
                <a:cubicBezTo>
                  <a:pt x="205551" y="792087"/>
                  <a:pt x="222126" y="808662"/>
                  <a:pt x="222126" y="829109"/>
                </a:cubicBezTo>
                <a:lnTo>
                  <a:pt x="222126" y="1005022"/>
                </a:lnTo>
                <a:cubicBezTo>
                  <a:pt x="222126" y="1025469"/>
                  <a:pt x="205551" y="1042044"/>
                  <a:pt x="185104" y="1042044"/>
                </a:cubicBezTo>
                <a:lnTo>
                  <a:pt x="37022" y="1042044"/>
                </a:lnTo>
                <a:cubicBezTo>
                  <a:pt x="16575" y="1042044"/>
                  <a:pt x="0" y="1025469"/>
                  <a:pt x="0" y="1005022"/>
                </a:cubicBezTo>
                <a:lnTo>
                  <a:pt x="0" y="829109"/>
                </a:lnTo>
                <a:cubicBezTo>
                  <a:pt x="0" y="808662"/>
                  <a:pt x="16575" y="792087"/>
                  <a:pt x="37022" y="792087"/>
                </a:cubicBezTo>
                <a:close/>
                <a:moveTo>
                  <a:pt x="308442" y="614561"/>
                </a:moveTo>
                <a:lnTo>
                  <a:pt x="456524" y="614561"/>
                </a:lnTo>
                <a:cubicBezTo>
                  <a:pt x="476971" y="614561"/>
                  <a:pt x="493546" y="631136"/>
                  <a:pt x="493546" y="651583"/>
                </a:cubicBezTo>
                <a:lnTo>
                  <a:pt x="493546" y="1005023"/>
                </a:lnTo>
                <a:cubicBezTo>
                  <a:pt x="493546" y="1025470"/>
                  <a:pt x="476971" y="1042045"/>
                  <a:pt x="456524" y="1042045"/>
                </a:cubicBezTo>
                <a:lnTo>
                  <a:pt x="308442" y="1042045"/>
                </a:lnTo>
                <a:cubicBezTo>
                  <a:pt x="287995" y="1042045"/>
                  <a:pt x="271420" y="1025470"/>
                  <a:pt x="271420" y="1005023"/>
                </a:cubicBezTo>
                <a:lnTo>
                  <a:pt x="271420" y="651583"/>
                </a:lnTo>
                <a:cubicBezTo>
                  <a:pt x="271420" y="631136"/>
                  <a:pt x="287995" y="614561"/>
                  <a:pt x="308442" y="614561"/>
                </a:cubicBezTo>
                <a:close/>
                <a:moveTo>
                  <a:pt x="583127" y="432047"/>
                </a:moveTo>
                <a:lnTo>
                  <a:pt x="744271" y="432047"/>
                </a:lnTo>
                <a:cubicBezTo>
                  <a:pt x="766521" y="432047"/>
                  <a:pt x="784558" y="450084"/>
                  <a:pt x="784558" y="472334"/>
                </a:cubicBezTo>
                <a:lnTo>
                  <a:pt x="784558" y="1001758"/>
                </a:lnTo>
                <a:cubicBezTo>
                  <a:pt x="784558" y="1024008"/>
                  <a:pt x="766521" y="1042045"/>
                  <a:pt x="744271" y="1042045"/>
                </a:cubicBezTo>
                <a:lnTo>
                  <a:pt x="583127" y="1042045"/>
                </a:lnTo>
                <a:cubicBezTo>
                  <a:pt x="560877" y="1042045"/>
                  <a:pt x="542840" y="1024008"/>
                  <a:pt x="542840" y="1001758"/>
                </a:cubicBezTo>
                <a:lnTo>
                  <a:pt x="542840" y="472334"/>
                </a:lnTo>
                <a:cubicBezTo>
                  <a:pt x="542840" y="450084"/>
                  <a:pt x="560877" y="432047"/>
                  <a:pt x="583127" y="432047"/>
                </a:cubicBezTo>
                <a:close/>
                <a:moveTo>
                  <a:pt x="874139" y="210194"/>
                </a:moveTo>
                <a:lnTo>
                  <a:pt x="1035283" y="210194"/>
                </a:lnTo>
                <a:cubicBezTo>
                  <a:pt x="1057533" y="210194"/>
                  <a:pt x="1075570" y="228231"/>
                  <a:pt x="1075570" y="250481"/>
                </a:cubicBezTo>
                <a:lnTo>
                  <a:pt x="1075570" y="1001758"/>
                </a:lnTo>
                <a:cubicBezTo>
                  <a:pt x="1075570" y="1024008"/>
                  <a:pt x="1057533" y="1042045"/>
                  <a:pt x="1035283" y="1042045"/>
                </a:cubicBezTo>
                <a:lnTo>
                  <a:pt x="874139" y="1042045"/>
                </a:lnTo>
                <a:cubicBezTo>
                  <a:pt x="851889" y="1042045"/>
                  <a:pt x="833852" y="1024008"/>
                  <a:pt x="833852" y="1001758"/>
                </a:cubicBezTo>
                <a:lnTo>
                  <a:pt x="833852" y="250481"/>
                </a:lnTo>
                <a:cubicBezTo>
                  <a:pt x="833852" y="228231"/>
                  <a:pt x="851889" y="210194"/>
                  <a:pt x="874139" y="210194"/>
                </a:cubicBezTo>
                <a:close/>
                <a:moveTo>
                  <a:pt x="1165151" y="0"/>
                </a:moveTo>
                <a:lnTo>
                  <a:pt x="1326295" y="0"/>
                </a:lnTo>
                <a:cubicBezTo>
                  <a:pt x="1348545" y="0"/>
                  <a:pt x="1366582" y="18037"/>
                  <a:pt x="1366582" y="40287"/>
                </a:cubicBezTo>
                <a:lnTo>
                  <a:pt x="1366582" y="1001759"/>
                </a:lnTo>
                <a:cubicBezTo>
                  <a:pt x="1366582" y="1024009"/>
                  <a:pt x="1348545" y="1042046"/>
                  <a:pt x="1326295" y="1042046"/>
                </a:cubicBezTo>
                <a:lnTo>
                  <a:pt x="1165151" y="1042046"/>
                </a:lnTo>
                <a:cubicBezTo>
                  <a:pt x="1142901" y="1042046"/>
                  <a:pt x="1124864" y="1024009"/>
                  <a:pt x="1124864" y="1001759"/>
                </a:cubicBezTo>
                <a:lnTo>
                  <a:pt x="1124864" y="40287"/>
                </a:lnTo>
                <a:cubicBezTo>
                  <a:pt x="1124864" y="18037"/>
                  <a:pt x="1142901" y="0"/>
                  <a:pt x="1165151" y="0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锁"/>
          <p:cNvSpPr/>
          <p:nvPr/>
        </p:nvSpPr>
        <p:spPr>
          <a:xfrm>
            <a:off x="6776228" y="2635347"/>
            <a:ext cx="501842" cy="501842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8" name="扳手"/>
          <p:cNvSpPr/>
          <p:nvPr/>
        </p:nvSpPr>
        <p:spPr bwMode="auto">
          <a:xfrm>
            <a:off x="4676809" y="2645344"/>
            <a:ext cx="492020" cy="492020"/>
          </a:xfrm>
          <a:custGeom>
            <a:avLst/>
            <a:gdLst>
              <a:gd name="T0" fmla="*/ 1166395 w 3845"/>
              <a:gd name="T1" fmla="*/ 911373 h 3810"/>
              <a:gd name="T2" fmla="*/ 1340582 w 3845"/>
              <a:gd name="T3" fmla="*/ 945561 h 3810"/>
              <a:gd name="T4" fmla="*/ 1800397 w 3845"/>
              <a:gd name="T5" fmla="*/ 485660 h 3810"/>
              <a:gd name="T6" fmla="*/ 1793842 w 3845"/>
              <a:gd name="T7" fmla="*/ 407917 h 3810"/>
              <a:gd name="T8" fmla="*/ 1467476 w 3845"/>
              <a:gd name="T9" fmla="*/ 757292 h 3810"/>
              <a:gd name="T10" fmla="*/ 1159371 w 3845"/>
              <a:gd name="T11" fmla="*/ 701561 h 3810"/>
              <a:gd name="T12" fmla="*/ 1053548 w 3845"/>
              <a:gd name="T13" fmla="*/ 406512 h 3810"/>
              <a:gd name="T14" fmla="*/ 1405199 w 3845"/>
              <a:gd name="T15" fmla="*/ 30442 h 3810"/>
              <a:gd name="T16" fmla="*/ 1340582 w 3845"/>
              <a:gd name="T17" fmla="*/ 25290 h 3810"/>
              <a:gd name="T18" fmla="*/ 880766 w 3845"/>
              <a:gd name="T19" fmla="*/ 485660 h 3810"/>
              <a:gd name="T20" fmla="*/ 919162 w 3845"/>
              <a:gd name="T21" fmla="*/ 669246 h 3810"/>
              <a:gd name="T22" fmla="*/ 480418 w 3845"/>
              <a:gd name="T23" fmla="*/ 1205485 h 3810"/>
              <a:gd name="T24" fmla="*/ 398475 w 3845"/>
              <a:gd name="T25" fmla="*/ 1193309 h 3810"/>
              <a:gd name="T26" fmla="*/ 114720 w 3845"/>
              <a:gd name="T27" fmla="*/ 1477586 h 3810"/>
              <a:gd name="T28" fmla="*/ 398475 w 3845"/>
              <a:gd name="T29" fmla="*/ 1761395 h 3810"/>
              <a:gd name="T30" fmla="*/ 682699 w 3845"/>
              <a:gd name="T31" fmla="*/ 1477586 h 3810"/>
              <a:gd name="T32" fmla="*/ 661628 w 3845"/>
              <a:gd name="T33" fmla="*/ 1370338 h 3810"/>
              <a:gd name="T34" fmla="*/ 1166395 w 3845"/>
              <a:gd name="T35" fmla="*/ 911373 h 3810"/>
              <a:gd name="T36" fmla="*/ 398475 w 3845"/>
              <a:gd name="T37" fmla="*/ 1628389 h 3810"/>
              <a:gd name="T38" fmla="*/ 247701 w 3845"/>
              <a:gd name="T39" fmla="*/ 1477586 h 3810"/>
              <a:gd name="T40" fmla="*/ 398475 w 3845"/>
              <a:gd name="T41" fmla="*/ 1326315 h 3810"/>
              <a:gd name="T42" fmla="*/ 549718 w 3845"/>
              <a:gd name="T43" fmla="*/ 1477586 h 3810"/>
              <a:gd name="T44" fmla="*/ 398475 w 3845"/>
              <a:gd name="T45" fmla="*/ 1628389 h 3810"/>
              <a:gd name="T46" fmla="*/ 426102 w 3845"/>
              <a:gd name="T47" fmla="*/ 554973 h 3810"/>
              <a:gd name="T48" fmla="*/ 694874 w 3845"/>
              <a:gd name="T49" fmla="*/ 830820 h 3810"/>
              <a:gd name="T50" fmla="*/ 824109 w 3845"/>
              <a:gd name="T51" fmla="*/ 701561 h 3810"/>
              <a:gd name="T52" fmla="*/ 554869 w 3845"/>
              <a:gd name="T53" fmla="*/ 425713 h 3810"/>
              <a:gd name="T54" fmla="*/ 619486 w 3845"/>
              <a:gd name="T55" fmla="*/ 361084 h 3810"/>
              <a:gd name="T56" fmla="*/ 258471 w 3845"/>
              <a:gd name="T57" fmla="*/ 0 h 3810"/>
              <a:gd name="T58" fmla="*/ 0 w 3845"/>
              <a:gd name="T59" fmla="*/ 258051 h 3810"/>
              <a:gd name="T60" fmla="*/ 361484 w 3845"/>
              <a:gd name="T61" fmla="*/ 619134 h 3810"/>
              <a:gd name="T62" fmla="*/ 426102 w 3845"/>
              <a:gd name="T63" fmla="*/ 554973 h 3810"/>
              <a:gd name="T64" fmla="*/ 889663 w 3845"/>
              <a:gd name="T65" fmla="*/ 1296342 h 3810"/>
              <a:gd name="T66" fmla="*/ 890131 w 3845"/>
              <a:gd name="T67" fmla="*/ 1296342 h 3810"/>
              <a:gd name="T68" fmla="*/ 889663 w 3845"/>
              <a:gd name="T69" fmla="*/ 1296342 h 3810"/>
              <a:gd name="T70" fmla="*/ 1263321 w 3845"/>
              <a:gd name="T71" fmla="*/ 971788 h 3810"/>
              <a:gd name="T72" fmla="*/ 890131 w 3845"/>
              <a:gd name="T73" fmla="*/ 1296342 h 3810"/>
              <a:gd name="T74" fmla="*/ 1297035 w 3845"/>
              <a:gd name="T75" fmla="*/ 1713157 h 3810"/>
              <a:gd name="T76" fmla="*/ 1555037 w 3845"/>
              <a:gd name="T77" fmla="*/ 1713157 h 3810"/>
              <a:gd name="T78" fmla="*/ 1658519 w 3845"/>
              <a:gd name="T79" fmla="*/ 1610124 h 3810"/>
              <a:gd name="T80" fmla="*/ 1658519 w 3845"/>
              <a:gd name="T81" fmla="*/ 1352073 h 3810"/>
              <a:gd name="T82" fmla="*/ 1263321 w 3845"/>
              <a:gd name="T83" fmla="*/ 971788 h 3810"/>
              <a:gd name="T84" fmla="*/ 1441254 w 3845"/>
              <a:gd name="T85" fmla="*/ 1641970 h 3810"/>
              <a:gd name="T86" fmla="*/ 1376636 w 3845"/>
              <a:gd name="T87" fmla="*/ 1641970 h 3810"/>
              <a:gd name="T88" fmla="*/ 1044652 w 3845"/>
              <a:gd name="T89" fmla="*/ 1310392 h 3810"/>
              <a:gd name="T90" fmla="*/ 1044652 w 3845"/>
              <a:gd name="T91" fmla="*/ 1245293 h 3810"/>
              <a:gd name="T92" fmla="*/ 1109738 w 3845"/>
              <a:gd name="T93" fmla="*/ 1245293 h 3810"/>
              <a:gd name="T94" fmla="*/ 1441254 w 3845"/>
              <a:gd name="T95" fmla="*/ 1577340 h 3810"/>
              <a:gd name="T96" fmla="*/ 1441254 w 3845"/>
              <a:gd name="T97" fmla="*/ 1641970 h 3810"/>
              <a:gd name="T98" fmla="*/ 1587346 w 3845"/>
              <a:gd name="T99" fmla="*/ 1495851 h 3810"/>
              <a:gd name="T100" fmla="*/ 1522260 w 3845"/>
              <a:gd name="T101" fmla="*/ 1495851 h 3810"/>
              <a:gd name="T102" fmla="*/ 1190744 w 3845"/>
              <a:gd name="T103" fmla="*/ 1164272 h 3810"/>
              <a:gd name="T104" fmla="*/ 1190744 w 3845"/>
              <a:gd name="T105" fmla="*/ 1099642 h 3810"/>
              <a:gd name="T106" fmla="*/ 1255830 w 3845"/>
              <a:gd name="T107" fmla="*/ 1099642 h 3810"/>
              <a:gd name="T108" fmla="*/ 1587346 w 3845"/>
              <a:gd name="T109" fmla="*/ 1431221 h 3810"/>
              <a:gd name="T110" fmla="*/ 1587346 w 3845"/>
              <a:gd name="T111" fmla="*/ 1495851 h 3810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3845" h="3810">
                <a:moveTo>
                  <a:pt x="2491" y="1946"/>
                </a:moveTo>
                <a:cubicBezTo>
                  <a:pt x="2606" y="1993"/>
                  <a:pt x="2731" y="2019"/>
                  <a:pt x="2863" y="2019"/>
                </a:cubicBezTo>
                <a:cubicBezTo>
                  <a:pt x="3405" y="2019"/>
                  <a:pt x="3845" y="1579"/>
                  <a:pt x="3845" y="1037"/>
                </a:cubicBezTo>
                <a:cubicBezTo>
                  <a:pt x="3845" y="980"/>
                  <a:pt x="3840" y="925"/>
                  <a:pt x="3831" y="871"/>
                </a:cubicBezTo>
                <a:cubicBezTo>
                  <a:pt x="3134" y="1617"/>
                  <a:pt x="3134" y="1617"/>
                  <a:pt x="3134" y="1617"/>
                </a:cubicBezTo>
                <a:cubicBezTo>
                  <a:pt x="2476" y="1498"/>
                  <a:pt x="2476" y="1498"/>
                  <a:pt x="2476" y="1498"/>
                </a:cubicBezTo>
                <a:cubicBezTo>
                  <a:pt x="2250" y="868"/>
                  <a:pt x="2250" y="868"/>
                  <a:pt x="2250" y="868"/>
                </a:cubicBezTo>
                <a:cubicBezTo>
                  <a:pt x="3001" y="65"/>
                  <a:pt x="3001" y="65"/>
                  <a:pt x="3001" y="65"/>
                </a:cubicBezTo>
                <a:cubicBezTo>
                  <a:pt x="2956" y="59"/>
                  <a:pt x="2910" y="54"/>
                  <a:pt x="2863" y="54"/>
                </a:cubicBezTo>
                <a:cubicBezTo>
                  <a:pt x="2320" y="54"/>
                  <a:pt x="1881" y="494"/>
                  <a:pt x="1881" y="1037"/>
                </a:cubicBezTo>
                <a:cubicBezTo>
                  <a:pt x="1881" y="1176"/>
                  <a:pt x="1910" y="1309"/>
                  <a:pt x="1963" y="1429"/>
                </a:cubicBezTo>
                <a:cubicBezTo>
                  <a:pt x="1659" y="1963"/>
                  <a:pt x="1205" y="2409"/>
                  <a:pt x="1026" y="2574"/>
                </a:cubicBezTo>
                <a:cubicBezTo>
                  <a:pt x="971" y="2557"/>
                  <a:pt x="912" y="2548"/>
                  <a:pt x="851" y="2548"/>
                </a:cubicBezTo>
                <a:cubicBezTo>
                  <a:pt x="516" y="2548"/>
                  <a:pt x="245" y="2820"/>
                  <a:pt x="245" y="3155"/>
                </a:cubicBezTo>
                <a:cubicBezTo>
                  <a:pt x="245" y="3490"/>
                  <a:pt x="516" y="3761"/>
                  <a:pt x="851" y="3761"/>
                </a:cubicBezTo>
                <a:cubicBezTo>
                  <a:pt x="1186" y="3761"/>
                  <a:pt x="1458" y="3490"/>
                  <a:pt x="1458" y="3155"/>
                </a:cubicBezTo>
                <a:cubicBezTo>
                  <a:pt x="1458" y="3074"/>
                  <a:pt x="1442" y="2997"/>
                  <a:pt x="1413" y="2926"/>
                </a:cubicBezTo>
                <a:cubicBezTo>
                  <a:pt x="1548" y="2747"/>
                  <a:pt x="1914" y="2308"/>
                  <a:pt x="2491" y="1946"/>
                </a:cubicBezTo>
                <a:close/>
                <a:moveTo>
                  <a:pt x="851" y="3477"/>
                </a:moveTo>
                <a:cubicBezTo>
                  <a:pt x="673" y="3477"/>
                  <a:pt x="529" y="3333"/>
                  <a:pt x="529" y="3155"/>
                </a:cubicBezTo>
                <a:cubicBezTo>
                  <a:pt x="529" y="2976"/>
                  <a:pt x="673" y="2832"/>
                  <a:pt x="851" y="2832"/>
                </a:cubicBezTo>
                <a:cubicBezTo>
                  <a:pt x="1029" y="2832"/>
                  <a:pt x="1174" y="2976"/>
                  <a:pt x="1174" y="3155"/>
                </a:cubicBezTo>
                <a:cubicBezTo>
                  <a:pt x="1174" y="3333"/>
                  <a:pt x="1029" y="3477"/>
                  <a:pt x="851" y="3477"/>
                </a:cubicBezTo>
                <a:close/>
                <a:moveTo>
                  <a:pt x="910" y="1185"/>
                </a:moveTo>
                <a:cubicBezTo>
                  <a:pt x="1484" y="1774"/>
                  <a:pt x="1484" y="1774"/>
                  <a:pt x="1484" y="1774"/>
                </a:cubicBezTo>
                <a:cubicBezTo>
                  <a:pt x="1760" y="1498"/>
                  <a:pt x="1760" y="1498"/>
                  <a:pt x="1760" y="1498"/>
                </a:cubicBezTo>
                <a:cubicBezTo>
                  <a:pt x="1185" y="909"/>
                  <a:pt x="1185" y="909"/>
                  <a:pt x="1185" y="909"/>
                </a:cubicBezTo>
                <a:cubicBezTo>
                  <a:pt x="1323" y="771"/>
                  <a:pt x="1323" y="771"/>
                  <a:pt x="1323" y="771"/>
                </a:cubicBezTo>
                <a:cubicBezTo>
                  <a:pt x="552" y="0"/>
                  <a:pt x="552" y="0"/>
                  <a:pt x="552" y="0"/>
                </a:cubicBezTo>
                <a:cubicBezTo>
                  <a:pt x="0" y="551"/>
                  <a:pt x="0" y="551"/>
                  <a:pt x="0" y="551"/>
                </a:cubicBezTo>
                <a:cubicBezTo>
                  <a:pt x="772" y="1322"/>
                  <a:pt x="772" y="1322"/>
                  <a:pt x="772" y="1322"/>
                </a:cubicBezTo>
                <a:lnTo>
                  <a:pt x="910" y="1185"/>
                </a:lnTo>
                <a:close/>
                <a:moveTo>
                  <a:pt x="1900" y="2768"/>
                </a:moveTo>
                <a:cubicBezTo>
                  <a:pt x="1900" y="2768"/>
                  <a:pt x="1901" y="2768"/>
                  <a:pt x="1901" y="2768"/>
                </a:cubicBezTo>
                <a:cubicBezTo>
                  <a:pt x="1900" y="2767"/>
                  <a:pt x="1900" y="2768"/>
                  <a:pt x="1900" y="2768"/>
                </a:cubicBezTo>
                <a:close/>
                <a:moveTo>
                  <a:pt x="2698" y="2075"/>
                </a:moveTo>
                <a:cubicBezTo>
                  <a:pt x="2698" y="2075"/>
                  <a:pt x="2225" y="2203"/>
                  <a:pt x="1901" y="2768"/>
                </a:cubicBezTo>
                <a:cubicBezTo>
                  <a:pt x="1926" y="2776"/>
                  <a:pt x="2770" y="3658"/>
                  <a:pt x="2770" y="3658"/>
                </a:cubicBezTo>
                <a:cubicBezTo>
                  <a:pt x="2923" y="3810"/>
                  <a:pt x="3169" y="3810"/>
                  <a:pt x="3321" y="3658"/>
                </a:cubicBezTo>
                <a:cubicBezTo>
                  <a:pt x="3542" y="3438"/>
                  <a:pt x="3542" y="3438"/>
                  <a:pt x="3542" y="3438"/>
                </a:cubicBezTo>
                <a:cubicBezTo>
                  <a:pt x="3694" y="3285"/>
                  <a:pt x="3694" y="3039"/>
                  <a:pt x="3542" y="2887"/>
                </a:cubicBezTo>
                <a:lnTo>
                  <a:pt x="2698" y="2075"/>
                </a:lnTo>
                <a:close/>
                <a:moveTo>
                  <a:pt x="3078" y="3506"/>
                </a:moveTo>
                <a:cubicBezTo>
                  <a:pt x="3040" y="3544"/>
                  <a:pt x="2978" y="3544"/>
                  <a:pt x="2940" y="3506"/>
                </a:cubicBezTo>
                <a:cubicBezTo>
                  <a:pt x="2231" y="2798"/>
                  <a:pt x="2231" y="2798"/>
                  <a:pt x="2231" y="2798"/>
                </a:cubicBezTo>
                <a:cubicBezTo>
                  <a:pt x="2193" y="2760"/>
                  <a:pt x="2193" y="2698"/>
                  <a:pt x="2231" y="2659"/>
                </a:cubicBezTo>
                <a:cubicBezTo>
                  <a:pt x="2270" y="2621"/>
                  <a:pt x="2332" y="2621"/>
                  <a:pt x="2370" y="2659"/>
                </a:cubicBezTo>
                <a:cubicBezTo>
                  <a:pt x="3078" y="3368"/>
                  <a:pt x="3078" y="3368"/>
                  <a:pt x="3078" y="3368"/>
                </a:cubicBezTo>
                <a:cubicBezTo>
                  <a:pt x="3116" y="3406"/>
                  <a:pt x="3116" y="3468"/>
                  <a:pt x="3078" y="3506"/>
                </a:cubicBezTo>
                <a:close/>
                <a:moveTo>
                  <a:pt x="3390" y="3194"/>
                </a:moveTo>
                <a:cubicBezTo>
                  <a:pt x="3352" y="3233"/>
                  <a:pt x="3290" y="3233"/>
                  <a:pt x="3251" y="3194"/>
                </a:cubicBezTo>
                <a:cubicBezTo>
                  <a:pt x="2543" y="2486"/>
                  <a:pt x="2543" y="2486"/>
                  <a:pt x="2543" y="2486"/>
                </a:cubicBezTo>
                <a:cubicBezTo>
                  <a:pt x="2505" y="2448"/>
                  <a:pt x="2505" y="2386"/>
                  <a:pt x="2543" y="2348"/>
                </a:cubicBezTo>
                <a:cubicBezTo>
                  <a:pt x="2581" y="2309"/>
                  <a:pt x="2643" y="2309"/>
                  <a:pt x="2682" y="2348"/>
                </a:cubicBezTo>
                <a:cubicBezTo>
                  <a:pt x="3390" y="3056"/>
                  <a:pt x="3390" y="3056"/>
                  <a:pt x="3390" y="3056"/>
                </a:cubicBezTo>
                <a:cubicBezTo>
                  <a:pt x="3428" y="3094"/>
                  <a:pt x="3428" y="3156"/>
                  <a:pt x="3390" y="319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9" name="锁链"/>
          <p:cNvSpPr/>
          <p:nvPr/>
        </p:nvSpPr>
        <p:spPr bwMode="auto">
          <a:xfrm>
            <a:off x="2497769" y="2564764"/>
            <a:ext cx="572425" cy="572425"/>
          </a:xfrm>
          <a:custGeom>
            <a:avLst/>
            <a:gdLst>
              <a:gd name="T0" fmla="*/ 1198544 w 12129383"/>
              <a:gd name="T1" fmla="*/ 554640 h 12131849"/>
              <a:gd name="T2" fmla="*/ 1210242 w 12129383"/>
              <a:gd name="T3" fmla="*/ 566340 h 12131849"/>
              <a:gd name="T4" fmla="*/ 1234193 w 12129383"/>
              <a:gd name="T5" fmla="*/ 589740 h 12131849"/>
              <a:gd name="T6" fmla="*/ 1234193 w 12129383"/>
              <a:gd name="T7" fmla="*/ 1058292 h 12131849"/>
              <a:gd name="T8" fmla="*/ 589176 w 12129383"/>
              <a:gd name="T9" fmla="*/ 1703455 h 12131849"/>
              <a:gd name="T10" fmla="*/ 120732 w 12129383"/>
              <a:gd name="T11" fmla="*/ 1703455 h 12131849"/>
              <a:gd name="T12" fmla="*/ 97337 w 12129383"/>
              <a:gd name="T13" fmla="*/ 1680056 h 12131849"/>
              <a:gd name="T14" fmla="*/ 97337 w 12129383"/>
              <a:gd name="T15" fmla="*/ 1210947 h 12131849"/>
              <a:gd name="T16" fmla="*/ 379741 w 12129383"/>
              <a:gd name="T17" fmla="*/ 928479 h 12131849"/>
              <a:gd name="T18" fmla="*/ 472761 w 12129383"/>
              <a:gd name="T19" fmla="*/ 1186990 h 12131849"/>
              <a:gd name="T20" fmla="*/ 272795 w 12129383"/>
              <a:gd name="T21" fmla="*/ 1387002 h 12131849"/>
              <a:gd name="T22" fmla="*/ 272795 w 12129383"/>
              <a:gd name="T23" fmla="*/ 1504001 h 12131849"/>
              <a:gd name="T24" fmla="*/ 296747 w 12129383"/>
              <a:gd name="T25" fmla="*/ 1527400 h 12131849"/>
              <a:gd name="T26" fmla="*/ 413718 w 12129383"/>
              <a:gd name="T27" fmla="*/ 1527400 h 12131849"/>
              <a:gd name="T28" fmla="*/ 655461 w 12129383"/>
              <a:gd name="T29" fmla="*/ 1285603 h 12131849"/>
              <a:gd name="T30" fmla="*/ 882163 w 12129383"/>
              <a:gd name="T31" fmla="*/ 1058292 h 12131849"/>
              <a:gd name="T32" fmla="*/ 987995 w 12129383"/>
              <a:gd name="T33" fmla="*/ 952993 h 12131849"/>
              <a:gd name="T34" fmla="*/ 1058178 w 12129383"/>
              <a:gd name="T35" fmla="*/ 882794 h 12131849"/>
              <a:gd name="T36" fmla="*/ 1058178 w 12129383"/>
              <a:gd name="T37" fmla="*/ 765238 h 12131849"/>
              <a:gd name="T38" fmla="*/ 1034784 w 12129383"/>
              <a:gd name="T39" fmla="*/ 741838 h 12131849"/>
              <a:gd name="T40" fmla="*/ 1021972 w 12129383"/>
              <a:gd name="T41" fmla="*/ 731253 h 12131849"/>
              <a:gd name="T42" fmla="*/ 1198544 w 12129383"/>
              <a:gd name="T43" fmla="*/ 554640 h 12131849"/>
              <a:gd name="T44" fmla="*/ 1445077 w 12129383"/>
              <a:gd name="T45" fmla="*/ 0 h 12131849"/>
              <a:gd name="T46" fmla="*/ 1679856 w 12129383"/>
              <a:gd name="T47" fmla="*/ 97342 h 12131849"/>
              <a:gd name="T48" fmla="*/ 1702694 w 12129383"/>
              <a:gd name="T49" fmla="*/ 120737 h 12131849"/>
              <a:gd name="T50" fmla="*/ 1702694 w 12129383"/>
              <a:gd name="T51" fmla="*/ 589759 h 12131849"/>
              <a:gd name="T52" fmla="*/ 1417505 w 12129383"/>
              <a:gd name="T53" fmla="*/ 874960 h 12131849"/>
              <a:gd name="T54" fmla="*/ 1338410 w 12129383"/>
              <a:gd name="T55" fmla="*/ 602571 h 12131849"/>
              <a:gd name="T56" fmla="*/ 1527236 w 12129383"/>
              <a:gd name="T57" fmla="*/ 413737 h 12131849"/>
              <a:gd name="T58" fmla="*/ 1527236 w 12129383"/>
              <a:gd name="T59" fmla="*/ 296759 h 12131849"/>
              <a:gd name="T60" fmla="*/ 1503841 w 12129383"/>
              <a:gd name="T61" fmla="*/ 273364 h 12131849"/>
              <a:gd name="T62" fmla="*/ 1386313 w 12129383"/>
              <a:gd name="T63" fmla="*/ 273364 h 12131849"/>
              <a:gd name="T64" fmla="*/ 1144571 w 12129383"/>
              <a:gd name="T65" fmla="*/ 515117 h 12131849"/>
              <a:gd name="T66" fmla="*/ 917868 w 12129383"/>
              <a:gd name="T67" fmla="*/ 741829 h 12131849"/>
              <a:gd name="T68" fmla="*/ 765247 w 12129383"/>
              <a:gd name="T69" fmla="*/ 894456 h 12131849"/>
              <a:gd name="T70" fmla="*/ 741853 w 12129383"/>
              <a:gd name="T71" fmla="*/ 917852 h 12131849"/>
              <a:gd name="T72" fmla="*/ 741853 w 12129383"/>
              <a:gd name="T73" fmla="*/ 1034829 h 12131849"/>
              <a:gd name="T74" fmla="*/ 765247 w 12129383"/>
              <a:gd name="T75" fmla="*/ 1058224 h 12131849"/>
              <a:gd name="T76" fmla="*/ 778059 w 12129383"/>
              <a:gd name="T77" fmla="*/ 1068808 h 12131849"/>
              <a:gd name="T78" fmla="*/ 601487 w 12129383"/>
              <a:gd name="T79" fmla="*/ 1245387 h 12131849"/>
              <a:gd name="T80" fmla="*/ 589233 w 12129383"/>
              <a:gd name="T81" fmla="*/ 1234247 h 12131849"/>
              <a:gd name="T82" fmla="*/ 565838 w 12129383"/>
              <a:gd name="T83" fmla="*/ 1210851 h 12131849"/>
              <a:gd name="T84" fmla="*/ 565838 w 12129383"/>
              <a:gd name="T85" fmla="*/ 741829 h 12131849"/>
              <a:gd name="T86" fmla="*/ 1210298 w 12129383"/>
              <a:gd name="T87" fmla="*/ 97342 h 12131849"/>
              <a:gd name="T88" fmla="*/ 1445077 w 12129383"/>
              <a:gd name="T89" fmla="*/ 0 h 1213184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2129383" h="12131849">
                <a:moveTo>
                  <a:pt x="8076308" y="3737406"/>
                </a:moveTo>
                <a:cubicBezTo>
                  <a:pt x="8102581" y="3763686"/>
                  <a:pt x="8132608" y="3786211"/>
                  <a:pt x="8155128" y="3816245"/>
                </a:cubicBezTo>
                <a:cubicBezTo>
                  <a:pt x="8155128" y="3816245"/>
                  <a:pt x="8155128" y="3816245"/>
                  <a:pt x="8316523" y="3973922"/>
                </a:cubicBezTo>
                <a:cubicBezTo>
                  <a:pt x="9187304" y="4844902"/>
                  <a:pt x="9187304" y="6260244"/>
                  <a:pt x="8316523" y="7131224"/>
                </a:cubicBezTo>
                <a:cubicBezTo>
                  <a:pt x="8316523" y="7131224"/>
                  <a:pt x="8316523" y="7131224"/>
                  <a:pt x="3970124" y="11478614"/>
                </a:cubicBezTo>
                <a:cubicBezTo>
                  <a:pt x="3099343" y="12349594"/>
                  <a:pt x="1684323" y="12349594"/>
                  <a:pt x="813542" y="11478614"/>
                </a:cubicBezTo>
                <a:cubicBezTo>
                  <a:pt x="813542" y="11478614"/>
                  <a:pt x="813542" y="11478614"/>
                  <a:pt x="655901" y="11320937"/>
                </a:cubicBezTo>
                <a:cubicBezTo>
                  <a:pt x="-218634" y="10446203"/>
                  <a:pt x="-218634" y="9030860"/>
                  <a:pt x="655901" y="8159881"/>
                </a:cubicBezTo>
                <a:cubicBezTo>
                  <a:pt x="655901" y="8159881"/>
                  <a:pt x="655901" y="8159881"/>
                  <a:pt x="2558858" y="6256490"/>
                </a:cubicBezTo>
                <a:cubicBezTo>
                  <a:pt x="2521324" y="6868428"/>
                  <a:pt x="2731513" y="7502892"/>
                  <a:pt x="3185670" y="7998450"/>
                </a:cubicBezTo>
                <a:cubicBezTo>
                  <a:pt x="3185670" y="7998450"/>
                  <a:pt x="3185670" y="7998450"/>
                  <a:pt x="1838211" y="9346216"/>
                </a:cubicBezTo>
                <a:cubicBezTo>
                  <a:pt x="1620516" y="9563960"/>
                  <a:pt x="1620516" y="9916858"/>
                  <a:pt x="1838211" y="10134602"/>
                </a:cubicBezTo>
                <a:cubicBezTo>
                  <a:pt x="1838211" y="10134602"/>
                  <a:pt x="1838211" y="10134602"/>
                  <a:pt x="1999606" y="10292280"/>
                </a:cubicBezTo>
                <a:cubicBezTo>
                  <a:pt x="2213548" y="10510024"/>
                  <a:pt x="2570118" y="10510024"/>
                  <a:pt x="2787813" y="10292280"/>
                </a:cubicBezTo>
                <a:cubicBezTo>
                  <a:pt x="2787813" y="10292280"/>
                  <a:pt x="2787813" y="10292280"/>
                  <a:pt x="4416775" y="8662947"/>
                </a:cubicBezTo>
                <a:cubicBezTo>
                  <a:pt x="4416775" y="8662947"/>
                  <a:pt x="4416775" y="8662947"/>
                  <a:pt x="5944395" y="7131224"/>
                </a:cubicBezTo>
                <a:cubicBezTo>
                  <a:pt x="5944395" y="7131224"/>
                  <a:pt x="5944395" y="7131224"/>
                  <a:pt x="6657535" y="6421676"/>
                </a:cubicBezTo>
                <a:cubicBezTo>
                  <a:pt x="6657535" y="6421676"/>
                  <a:pt x="6657535" y="6421676"/>
                  <a:pt x="7130459" y="5948644"/>
                </a:cubicBezTo>
                <a:cubicBezTo>
                  <a:pt x="7348154" y="5730899"/>
                  <a:pt x="7348154" y="5374248"/>
                  <a:pt x="7130459" y="5156503"/>
                </a:cubicBezTo>
                <a:cubicBezTo>
                  <a:pt x="7130459" y="5156503"/>
                  <a:pt x="7130459" y="5156503"/>
                  <a:pt x="6972818" y="4998825"/>
                </a:cubicBezTo>
                <a:cubicBezTo>
                  <a:pt x="6946544" y="4972546"/>
                  <a:pt x="6916517" y="4950020"/>
                  <a:pt x="6886490" y="4927495"/>
                </a:cubicBezTo>
                <a:cubicBezTo>
                  <a:pt x="6886490" y="4927495"/>
                  <a:pt x="6886490" y="4927495"/>
                  <a:pt x="8076308" y="3737406"/>
                </a:cubicBezTo>
                <a:close/>
                <a:moveTo>
                  <a:pt x="9737550" y="0"/>
                </a:moveTo>
                <a:cubicBezTo>
                  <a:pt x="10309939" y="0"/>
                  <a:pt x="10882327" y="218643"/>
                  <a:pt x="11319594" y="655929"/>
                </a:cubicBezTo>
                <a:cubicBezTo>
                  <a:pt x="11319594" y="655929"/>
                  <a:pt x="11319594" y="655929"/>
                  <a:pt x="11473482" y="813577"/>
                </a:cubicBezTo>
                <a:cubicBezTo>
                  <a:pt x="12348017" y="1684397"/>
                  <a:pt x="12348017" y="3099478"/>
                  <a:pt x="11473482" y="3974050"/>
                </a:cubicBezTo>
                <a:cubicBezTo>
                  <a:pt x="11473482" y="3974050"/>
                  <a:pt x="11473482" y="3974050"/>
                  <a:pt x="9551759" y="5895858"/>
                </a:cubicBezTo>
                <a:cubicBezTo>
                  <a:pt x="9641840" y="5265265"/>
                  <a:pt x="9461678" y="4593383"/>
                  <a:pt x="9018781" y="4060382"/>
                </a:cubicBezTo>
                <a:cubicBezTo>
                  <a:pt x="9018781" y="4060382"/>
                  <a:pt x="9018781" y="4060382"/>
                  <a:pt x="10291172" y="2787935"/>
                </a:cubicBezTo>
                <a:cubicBezTo>
                  <a:pt x="10508867" y="2570230"/>
                  <a:pt x="10508867" y="2217398"/>
                  <a:pt x="10291172" y="1999693"/>
                </a:cubicBezTo>
                <a:cubicBezTo>
                  <a:pt x="10291172" y="1999693"/>
                  <a:pt x="10291172" y="1999693"/>
                  <a:pt x="10133530" y="1842045"/>
                </a:cubicBezTo>
                <a:cubicBezTo>
                  <a:pt x="9915835" y="1624340"/>
                  <a:pt x="9559265" y="1624340"/>
                  <a:pt x="9341570" y="1842045"/>
                </a:cubicBezTo>
                <a:cubicBezTo>
                  <a:pt x="9341570" y="1842045"/>
                  <a:pt x="9341570" y="1842045"/>
                  <a:pt x="7712609" y="3471077"/>
                </a:cubicBezTo>
                <a:cubicBezTo>
                  <a:pt x="7712609" y="3471077"/>
                  <a:pt x="7712609" y="3471077"/>
                  <a:pt x="6184988" y="4998764"/>
                </a:cubicBezTo>
                <a:cubicBezTo>
                  <a:pt x="6184988" y="4998764"/>
                  <a:pt x="6184988" y="4998764"/>
                  <a:pt x="5156566" y="6027232"/>
                </a:cubicBezTo>
                <a:cubicBezTo>
                  <a:pt x="5156566" y="6027232"/>
                  <a:pt x="5156566" y="6027232"/>
                  <a:pt x="4998924" y="6184880"/>
                </a:cubicBezTo>
                <a:cubicBezTo>
                  <a:pt x="4781229" y="6402585"/>
                  <a:pt x="4781229" y="6755417"/>
                  <a:pt x="4998924" y="6973122"/>
                </a:cubicBezTo>
                <a:cubicBezTo>
                  <a:pt x="4998924" y="6973122"/>
                  <a:pt x="4998924" y="6973122"/>
                  <a:pt x="5156566" y="7130770"/>
                </a:cubicBezTo>
                <a:cubicBezTo>
                  <a:pt x="5182839" y="7160798"/>
                  <a:pt x="5212866" y="7183319"/>
                  <a:pt x="5242893" y="7202087"/>
                </a:cubicBezTo>
                <a:cubicBezTo>
                  <a:pt x="5242893" y="7202087"/>
                  <a:pt x="5242893" y="7202087"/>
                  <a:pt x="4053076" y="8391956"/>
                </a:cubicBezTo>
                <a:cubicBezTo>
                  <a:pt x="4026802" y="8369435"/>
                  <a:pt x="3996775" y="8343160"/>
                  <a:pt x="3970502" y="8316885"/>
                </a:cubicBezTo>
                <a:cubicBezTo>
                  <a:pt x="3970502" y="8316885"/>
                  <a:pt x="3970502" y="8316885"/>
                  <a:pt x="3812861" y="8159237"/>
                </a:cubicBezTo>
                <a:cubicBezTo>
                  <a:pt x="2942079" y="7284665"/>
                  <a:pt x="2942079" y="5873337"/>
                  <a:pt x="3812861" y="4998764"/>
                </a:cubicBezTo>
                <a:cubicBezTo>
                  <a:pt x="3812861" y="4998764"/>
                  <a:pt x="3812861" y="4998764"/>
                  <a:pt x="8155506" y="655929"/>
                </a:cubicBezTo>
                <a:cubicBezTo>
                  <a:pt x="8592773" y="218643"/>
                  <a:pt x="9165162" y="0"/>
                  <a:pt x="9737550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核心实现方法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圆角矩形 1"/>
          <p:cNvSpPr/>
          <p:nvPr/>
        </p:nvSpPr>
        <p:spPr>
          <a:xfrm>
            <a:off x="899795" y="2770820"/>
            <a:ext cx="1950085" cy="746760"/>
          </a:xfrm>
          <a:prstGeom prst="round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371600" y="272891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圆角矩形 5"/>
          <p:cNvSpPr/>
          <p:nvPr/>
        </p:nvSpPr>
        <p:spPr>
          <a:xfrm>
            <a:off x="3714115" y="4706300"/>
            <a:ext cx="1950085" cy="7467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185920" y="466439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rgbClr val="085078"/>
                </a:solidFill>
              </a:rPr>
              <a:t>2</a:t>
            </a:r>
          </a:p>
        </p:txBody>
      </p:sp>
      <p:sp>
        <p:nvSpPr>
          <p:cNvPr id="11" name="圆角矩形 8"/>
          <p:cNvSpPr/>
          <p:nvPr/>
        </p:nvSpPr>
        <p:spPr>
          <a:xfrm>
            <a:off x="6528435" y="1704020"/>
            <a:ext cx="1950085" cy="746760"/>
          </a:xfrm>
          <a:prstGeom prst="round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000240" y="166211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圆角矩形 11"/>
          <p:cNvSpPr/>
          <p:nvPr/>
        </p:nvSpPr>
        <p:spPr>
          <a:xfrm>
            <a:off x="9342755" y="3559490"/>
            <a:ext cx="1950085" cy="746760"/>
          </a:xfrm>
          <a:prstGeom prst="round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814560" y="3517580"/>
            <a:ext cx="1005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solidFill>
                  <a:srgbClr val="085078"/>
                </a:solidFill>
              </a:rPr>
              <a:t>4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849880" y="3121340"/>
            <a:ext cx="863600" cy="1958340"/>
            <a:chOff x="4488" y="5028"/>
            <a:chExt cx="1360" cy="3084"/>
          </a:xfrm>
        </p:grpSpPr>
        <p:cxnSp>
          <p:nvCxnSpPr>
            <p:cNvPr id="16" name="直接连接符 15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 flipV="1">
            <a:off x="5684520" y="2085655"/>
            <a:ext cx="863600" cy="2994025"/>
            <a:chOff x="4488" y="5028"/>
            <a:chExt cx="1360" cy="3084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组合 22"/>
          <p:cNvGrpSpPr/>
          <p:nvPr/>
        </p:nvGrpSpPr>
        <p:grpSpPr>
          <a:xfrm>
            <a:off x="8479155" y="2086290"/>
            <a:ext cx="863600" cy="1823085"/>
            <a:chOff x="4488" y="5028"/>
            <a:chExt cx="1360" cy="3084"/>
          </a:xfrm>
        </p:grpSpPr>
        <p:cxnSp>
          <p:nvCxnSpPr>
            <p:cNvPr id="24" name="直接连接符 23"/>
            <p:cNvCxnSpPr/>
            <p:nvPr/>
          </p:nvCxnSpPr>
          <p:spPr>
            <a:xfrm>
              <a:off x="4488" y="5028"/>
              <a:ext cx="648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5136" y="5028"/>
              <a:ext cx="0" cy="3072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5160" y="8112"/>
              <a:ext cx="689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文本框 26"/>
          <p:cNvSpPr txBox="1"/>
          <p:nvPr/>
        </p:nvSpPr>
        <p:spPr>
          <a:xfrm>
            <a:off x="648335" y="3705225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t>前后端分层：Vue 负责交互，Node 负责文件/调度/代理，Python 提供 AI。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276340" y="2680021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t>协议统一：ROS(WebSocket)+HTTP API+SSE 事件流，降低系统耦合。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9090660" y="4514848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t>数据闭环：地图、图像、视频、报告可追溯，支持持续迭代。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3462655" y="3097207"/>
            <a:ext cx="2453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20000"/>
              </a:lnSpc>
            </a:pPr>
            <a:r>
              <a:t>工程化：Docker 部署、配置持久化、可选 RocketMQ 扩展。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网页操作流程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7" name="直接连接符 6"/>
          <p:cNvCxnSpPr>
            <a:stCxn id="21" idx="6"/>
            <a:endCxn id="26" idx="3"/>
          </p:cNvCxnSpPr>
          <p:nvPr/>
        </p:nvCxnSpPr>
        <p:spPr>
          <a:xfrm flipV="1">
            <a:off x="1910276" y="2760400"/>
            <a:ext cx="1754568" cy="106403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26" idx="5"/>
            <a:endCxn id="34" idx="1"/>
          </p:cNvCxnSpPr>
          <p:nvPr/>
        </p:nvCxnSpPr>
        <p:spPr>
          <a:xfrm>
            <a:off x="4363508" y="2760400"/>
            <a:ext cx="529984" cy="1088981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34" idx="6"/>
            <a:endCxn id="47" idx="1"/>
          </p:cNvCxnSpPr>
          <p:nvPr/>
        </p:nvCxnSpPr>
        <p:spPr>
          <a:xfrm flipV="1">
            <a:off x="5806028" y="3272560"/>
            <a:ext cx="1447767" cy="600716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stCxn id="47" idx="5"/>
            <a:endCxn id="30" idx="2"/>
          </p:cNvCxnSpPr>
          <p:nvPr/>
        </p:nvCxnSpPr>
        <p:spPr>
          <a:xfrm flipV="1">
            <a:off x="8156433" y="2882595"/>
            <a:ext cx="2020836" cy="791845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1"/>
          <p:cNvSpPr/>
          <p:nvPr/>
        </p:nvSpPr>
        <p:spPr>
          <a:xfrm>
            <a:off x="561975" y="4792980"/>
            <a:ext cx="195199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t>连接机器人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Rectangle 8"/>
          <p:cNvSpPr/>
          <p:nvPr/>
        </p:nvSpPr>
        <p:spPr>
          <a:xfrm>
            <a:off x="561975" y="5137467"/>
            <a:ext cx="2190750" cy="12077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t>在连接入口输入 ROS 地址，确认状态面板“已连接”。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3" name="文本框 11"/>
          <p:cNvSpPr/>
          <p:nvPr/>
        </p:nvSpPr>
        <p:spPr>
          <a:xfrm>
            <a:off x="4272281" y="4721225"/>
            <a:ext cx="155448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t>任务规划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4272281" y="5082857"/>
            <a:ext cx="2190749" cy="120840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t>在地图工具选择/上传/编辑地图，并加载导航。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5" name="文本框 11"/>
          <p:cNvSpPr/>
          <p:nvPr/>
        </p:nvSpPr>
        <p:spPr>
          <a:xfrm>
            <a:off x="6797778" y="4089402"/>
            <a:ext cx="1554480" cy="367030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t>执行与采集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Rectangle 8"/>
          <p:cNvSpPr/>
          <p:nvPr/>
        </p:nvSpPr>
        <p:spPr>
          <a:xfrm>
            <a:off x="6797778" y="4436429"/>
            <a:ext cx="2151277" cy="120904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t>在 3D 面板发布点位/姿态，保存并加载路线队列。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7" name="文本框 11"/>
          <p:cNvSpPr/>
          <p:nvPr/>
        </p:nvSpPr>
        <p:spPr>
          <a:xfrm>
            <a:off x="9495727" y="3448050"/>
            <a:ext cx="155575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t>AI与报告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Rectangle 8"/>
          <p:cNvSpPr/>
          <p:nvPr/>
        </p:nvSpPr>
        <p:spPr>
          <a:xfrm>
            <a:off x="9495727" y="3793807"/>
            <a:ext cx="2181923" cy="120713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t>开始任务后进行云台控制、录像和巡检图自动上传。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19" name="文本框 11"/>
          <p:cNvSpPr/>
          <p:nvPr/>
        </p:nvSpPr>
        <p:spPr>
          <a:xfrm>
            <a:off x="4641931" y="1317625"/>
            <a:ext cx="1691640" cy="366395"/>
          </a:xfrm>
          <a:prstGeom prst="rect">
            <a:avLst/>
          </a:prstGeom>
          <a:noFill/>
          <a:ln w="31750">
            <a:noFill/>
          </a:ln>
        </p:spPr>
        <p:txBody>
          <a:bodyPr wrap="square" lIns="0" tIns="0" rIns="0" bIns="0" anchor="t"/>
          <a:lstStyle/>
          <a:p>
            <a:r>
              <a:t>地图准备</a:t>
            </a:r>
            <a:endParaRPr lang="zh-CN" altLang="en-US" sz="20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Rectangle 8"/>
          <p:cNvSpPr/>
          <p:nvPr/>
        </p:nvSpPr>
        <p:spPr>
          <a:xfrm>
            <a:off x="4641931" y="1680395"/>
            <a:ext cx="2242152" cy="120777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/>
          <a:lstStyle/>
          <a:p>
            <a:pPr>
              <a:lnSpc>
                <a:spcPct val="120000"/>
              </a:lnSpc>
            </a:pPr>
            <a:r>
              <a:t>在 AI 面板批量检测视频，查看报告并处理告警。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21" name="椭圆 20"/>
          <p:cNvSpPr/>
          <p:nvPr/>
        </p:nvSpPr>
        <p:spPr>
          <a:xfrm rot="19680000">
            <a:off x="997285" y="3592202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301646" y="3711023"/>
            <a:ext cx="390141" cy="726272"/>
            <a:chOff x="7493227" y="3297691"/>
            <a:chExt cx="1071563" cy="1993900"/>
          </a:xfrm>
          <a:solidFill>
            <a:schemeClr val="bg1"/>
          </a:solidFill>
        </p:grpSpPr>
        <p:sp>
          <p:nvSpPr>
            <p:cNvPr id="23" name="Freeform 5"/>
            <p:cNvSpPr/>
            <p:nvPr/>
          </p:nvSpPr>
          <p:spPr bwMode="auto">
            <a:xfrm>
              <a:off x="7745640" y="5078866"/>
              <a:ext cx="592138" cy="101600"/>
            </a:xfrm>
            <a:custGeom>
              <a:avLst/>
              <a:gdLst>
                <a:gd name="T0" fmla="*/ 138 w 138"/>
                <a:gd name="T1" fmla="*/ 12 h 24"/>
                <a:gd name="T2" fmla="*/ 129 w 138"/>
                <a:gd name="T3" fmla="*/ 0 h 24"/>
                <a:gd name="T4" fmla="*/ 10 w 138"/>
                <a:gd name="T5" fmla="*/ 0 h 24"/>
                <a:gd name="T6" fmla="*/ 0 w 138"/>
                <a:gd name="T7" fmla="*/ 12 h 24"/>
                <a:gd name="T8" fmla="*/ 10 w 138"/>
                <a:gd name="T9" fmla="*/ 24 h 24"/>
                <a:gd name="T10" fmla="*/ 129 w 138"/>
                <a:gd name="T11" fmla="*/ 24 h 24"/>
                <a:gd name="T12" fmla="*/ 138 w 138"/>
                <a:gd name="T13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" h="24">
                  <a:moveTo>
                    <a:pt x="138" y="12"/>
                  </a:moveTo>
                  <a:cubicBezTo>
                    <a:pt x="138" y="5"/>
                    <a:pt x="134" y="0"/>
                    <a:pt x="1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5"/>
                    <a:pt x="0" y="12"/>
                  </a:cubicBezTo>
                  <a:cubicBezTo>
                    <a:pt x="0" y="18"/>
                    <a:pt x="4" y="24"/>
                    <a:pt x="10" y="24"/>
                  </a:cubicBezTo>
                  <a:cubicBezTo>
                    <a:pt x="129" y="24"/>
                    <a:pt x="129" y="24"/>
                    <a:pt x="129" y="24"/>
                  </a:cubicBezTo>
                  <a:cubicBezTo>
                    <a:pt x="134" y="24"/>
                    <a:pt x="138" y="18"/>
                    <a:pt x="138" y="1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7878990" y="5215391"/>
              <a:ext cx="338138" cy="76200"/>
            </a:xfrm>
            <a:custGeom>
              <a:avLst/>
              <a:gdLst>
                <a:gd name="T0" fmla="*/ 79 w 79"/>
                <a:gd name="T1" fmla="*/ 9 h 18"/>
                <a:gd name="T2" fmla="*/ 74 w 79"/>
                <a:gd name="T3" fmla="*/ 0 h 18"/>
                <a:gd name="T4" fmla="*/ 6 w 79"/>
                <a:gd name="T5" fmla="*/ 0 h 18"/>
                <a:gd name="T6" fmla="*/ 0 w 79"/>
                <a:gd name="T7" fmla="*/ 9 h 18"/>
                <a:gd name="T8" fmla="*/ 6 w 79"/>
                <a:gd name="T9" fmla="*/ 18 h 18"/>
                <a:gd name="T10" fmla="*/ 74 w 79"/>
                <a:gd name="T11" fmla="*/ 18 h 18"/>
                <a:gd name="T12" fmla="*/ 79 w 79"/>
                <a:gd name="T13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" h="18">
                  <a:moveTo>
                    <a:pt x="79" y="9"/>
                  </a:moveTo>
                  <a:cubicBezTo>
                    <a:pt x="79" y="4"/>
                    <a:pt x="77" y="0"/>
                    <a:pt x="74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4"/>
                    <a:pt x="0" y="9"/>
                  </a:cubicBezTo>
                  <a:cubicBezTo>
                    <a:pt x="0" y="14"/>
                    <a:pt x="3" y="18"/>
                    <a:pt x="6" y="18"/>
                  </a:cubicBezTo>
                  <a:cubicBezTo>
                    <a:pt x="74" y="18"/>
                    <a:pt x="74" y="18"/>
                    <a:pt x="74" y="18"/>
                  </a:cubicBezTo>
                  <a:cubicBezTo>
                    <a:pt x="77" y="18"/>
                    <a:pt x="79" y="14"/>
                    <a:pt x="79" y="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7"/>
            <p:cNvSpPr/>
            <p:nvPr/>
          </p:nvSpPr>
          <p:spPr bwMode="auto">
            <a:xfrm>
              <a:off x="7493227" y="3297691"/>
              <a:ext cx="1071563" cy="1751013"/>
            </a:xfrm>
            <a:custGeom>
              <a:avLst/>
              <a:gdLst>
                <a:gd name="T0" fmla="*/ 173 w 250"/>
                <a:gd name="T1" fmla="*/ 411 h 411"/>
                <a:gd name="T2" fmla="*/ 211 w 250"/>
                <a:gd name="T3" fmla="*/ 373 h 411"/>
                <a:gd name="T4" fmla="*/ 230 w 250"/>
                <a:gd name="T5" fmla="*/ 339 h 411"/>
                <a:gd name="T6" fmla="*/ 234 w 250"/>
                <a:gd name="T7" fmla="*/ 339 h 411"/>
                <a:gd name="T8" fmla="*/ 250 w 250"/>
                <a:gd name="T9" fmla="*/ 323 h 411"/>
                <a:gd name="T10" fmla="*/ 250 w 250"/>
                <a:gd name="T11" fmla="*/ 264 h 411"/>
                <a:gd name="T12" fmla="*/ 234 w 250"/>
                <a:gd name="T13" fmla="*/ 248 h 411"/>
                <a:gd name="T14" fmla="*/ 218 w 250"/>
                <a:gd name="T15" fmla="*/ 248 h 411"/>
                <a:gd name="T16" fmla="*/ 218 w 250"/>
                <a:gd name="T17" fmla="*/ 247 h 411"/>
                <a:gd name="T18" fmla="*/ 218 w 250"/>
                <a:gd name="T19" fmla="*/ 80 h 411"/>
                <a:gd name="T20" fmla="*/ 198 w 250"/>
                <a:gd name="T21" fmla="*/ 59 h 411"/>
                <a:gd name="T22" fmla="*/ 178 w 250"/>
                <a:gd name="T23" fmla="*/ 80 h 411"/>
                <a:gd name="T24" fmla="*/ 178 w 250"/>
                <a:gd name="T25" fmla="*/ 247 h 411"/>
                <a:gd name="T26" fmla="*/ 178 w 250"/>
                <a:gd name="T27" fmla="*/ 248 h 411"/>
                <a:gd name="T28" fmla="*/ 161 w 250"/>
                <a:gd name="T29" fmla="*/ 248 h 411"/>
                <a:gd name="T30" fmla="*/ 163 w 250"/>
                <a:gd name="T31" fmla="*/ 241 h 411"/>
                <a:gd name="T32" fmla="*/ 163 w 250"/>
                <a:gd name="T33" fmla="*/ 28 h 411"/>
                <a:gd name="T34" fmla="*/ 126 w 250"/>
                <a:gd name="T35" fmla="*/ 0 h 411"/>
                <a:gd name="T36" fmla="*/ 89 w 250"/>
                <a:gd name="T37" fmla="*/ 28 h 411"/>
                <a:gd name="T38" fmla="*/ 89 w 250"/>
                <a:gd name="T39" fmla="*/ 241 h 411"/>
                <a:gd name="T40" fmla="*/ 90 w 250"/>
                <a:gd name="T41" fmla="*/ 248 h 411"/>
                <a:gd name="T42" fmla="*/ 73 w 250"/>
                <a:gd name="T43" fmla="*/ 248 h 411"/>
                <a:gd name="T44" fmla="*/ 73 w 250"/>
                <a:gd name="T45" fmla="*/ 247 h 411"/>
                <a:gd name="T46" fmla="*/ 73 w 250"/>
                <a:gd name="T47" fmla="*/ 80 h 411"/>
                <a:gd name="T48" fmla="*/ 53 w 250"/>
                <a:gd name="T49" fmla="*/ 59 h 411"/>
                <a:gd name="T50" fmla="*/ 32 w 250"/>
                <a:gd name="T51" fmla="*/ 80 h 411"/>
                <a:gd name="T52" fmla="*/ 32 w 250"/>
                <a:gd name="T53" fmla="*/ 247 h 411"/>
                <a:gd name="T54" fmla="*/ 33 w 250"/>
                <a:gd name="T55" fmla="*/ 248 h 411"/>
                <a:gd name="T56" fmla="*/ 16 w 250"/>
                <a:gd name="T57" fmla="*/ 248 h 411"/>
                <a:gd name="T58" fmla="*/ 0 w 250"/>
                <a:gd name="T59" fmla="*/ 264 h 411"/>
                <a:gd name="T60" fmla="*/ 0 w 250"/>
                <a:gd name="T61" fmla="*/ 323 h 411"/>
                <a:gd name="T62" fmla="*/ 16 w 250"/>
                <a:gd name="T63" fmla="*/ 339 h 411"/>
                <a:gd name="T64" fmla="*/ 20 w 250"/>
                <a:gd name="T65" fmla="*/ 339 h 411"/>
                <a:gd name="T66" fmla="*/ 39 w 250"/>
                <a:gd name="T67" fmla="*/ 373 h 411"/>
                <a:gd name="T68" fmla="*/ 77 w 250"/>
                <a:gd name="T69" fmla="*/ 411 h 411"/>
                <a:gd name="T70" fmla="*/ 173 w 250"/>
                <a:gd name="T71" fmla="*/ 411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0" h="411">
                  <a:moveTo>
                    <a:pt x="173" y="411"/>
                  </a:moveTo>
                  <a:cubicBezTo>
                    <a:pt x="194" y="411"/>
                    <a:pt x="211" y="394"/>
                    <a:pt x="211" y="373"/>
                  </a:cubicBezTo>
                  <a:cubicBezTo>
                    <a:pt x="230" y="339"/>
                    <a:pt x="230" y="339"/>
                    <a:pt x="230" y="339"/>
                  </a:cubicBezTo>
                  <a:cubicBezTo>
                    <a:pt x="234" y="339"/>
                    <a:pt x="234" y="339"/>
                    <a:pt x="234" y="339"/>
                  </a:cubicBezTo>
                  <a:cubicBezTo>
                    <a:pt x="243" y="339"/>
                    <a:pt x="250" y="332"/>
                    <a:pt x="250" y="323"/>
                  </a:cubicBezTo>
                  <a:cubicBezTo>
                    <a:pt x="250" y="264"/>
                    <a:pt x="250" y="264"/>
                    <a:pt x="250" y="264"/>
                  </a:cubicBezTo>
                  <a:cubicBezTo>
                    <a:pt x="250" y="255"/>
                    <a:pt x="243" y="248"/>
                    <a:pt x="234" y="248"/>
                  </a:cubicBezTo>
                  <a:cubicBezTo>
                    <a:pt x="218" y="248"/>
                    <a:pt x="218" y="248"/>
                    <a:pt x="218" y="248"/>
                  </a:cubicBezTo>
                  <a:cubicBezTo>
                    <a:pt x="218" y="248"/>
                    <a:pt x="218" y="247"/>
                    <a:pt x="218" y="247"/>
                  </a:cubicBezTo>
                  <a:cubicBezTo>
                    <a:pt x="218" y="80"/>
                    <a:pt x="218" y="80"/>
                    <a:pt x="218" y="80"/>
                  </a:cubicBezTo>
                  <a:cubicBezTo>
                    <a:pt x="218" y="68"/>
                    <a:pt x="209" y="59"/>
                    <a:pt x="198" y="59"/>
                  </a:cubicBezTo>
                  <a:cubicBezTo>
                    <a:pt x="187" y="59"/>
                    <a:pt x="178" y="68"/>
                    <a:pt x="178" y="80"/>
                  </a:cubicBezTo>
                  <a:cubicBezTo>
                    <a:pt x="178" y="247"/>
                    <a:pt x="178" y="247"/>
                    <a:pt x="178" y="247"/>
                  </a:cubicBezTo>
                  <a:cubicBezTo>
                    <a:pt x="178" y="247"/>
                    <a:pt x="178" y="248"/>
                    <a:pt x="178" y="248"/>
                  </a:cubicBezTo>
                  <a:cubicBezTo>
                    <a:pt x="161" y="248"/>
                    <a:pt x="161" y="248"/>
                    <a:pt x="161" y="248"/>
                  </a:cubicBezTo>
                  <a:cubicBezTo>
                    <a:pt x="162" y="246"/>
                    <a:pt x="163" y="243"/>
                    <a:pt x="163" y="241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3" y="12"/>
                    <a:pt x="146" y="0"/>
                    <a:pt x="126" y="0"/>
                  </a:cubicBezTo>
                  <a:cubicBezTo>
                    <a:pt x="105" y="0"/>
                    <a:pt x="89" y="12"/>
                    <a:pt x="89" y="28"/>
                  </a:cubicBezTo>
                  <a:cubicBezTo>
                    <a:pt x="89" y="241"/>
                    <a:pt x="89" y="241"/>
                    <a:pt x="89" y="241"/>
                  </a:cubicBezTo>
                  <a:cubicBezTo>
                    <a:pt x="89" y="243"/>
                    <a:pt x="89" y="246"/>
                    <a:pt x="90" y="248"/>
                  </a:cubicBezTo>
                  <a:cubicBezTo>
                    <a:pt x="73" y="248"/>
                    <a:pt x="73" y="248"/>
                    <a:pt x="73" y="248"/>
                  </a:cubicBezTo>
                  <a:cubicBezTo>
                    <a:pt x="73" y="248"/>
                    <a:pt x="73" y="247"/>
                    <a:pt x="73" y="247"/>
                  </a:cubicBezTo>
                  <a:cubicBezTo>
                    <a:pt x="73" y="80"/>
                    <a:pt x="73" y="80"/>
                    <a:pt x="73" y="80"/>
                  </a:cubicBezTo>
                  <a:cubicBezTo>
                    <a:pt x="73" y="68"/>
                    <a:pt x="64" y="59"/>
                    <a:pt x="53" y="59"/>
                  </a:cubicBezTo>
                  <a:cubicBezTo>
                    <a:pt x="42" y="59"/>
                    <a:pt x="32" y="68"/>
                    <a:pt x="32" y="80"/>
                  </a:cubicBezTo>
                  <a:cubicBezTo>
                    <a:pt x="32" y="247"/>
                    <a:pt x="32" y="247"/>
                    <a:pt x="32" y="247"/>
                  </a:cubicBezTo>
                  <a:cubicBezTo>
                    <a:pt x="32" y="247"/>
                    <a:pt x="33" y="248"/>
                    <a:pt x="33" y="248"/>
                  </a:cubicBezTo>
                  <a:cubicBezTo>
                    <a:pt x="16" y="248"/>
                    <a:pt x="16" y="248"/>
                    <a:pt x="16" y="248"/>
                  </a:cubicBezTo>
                  <a:cubicBezTo>
                    <a:pt x="7" y="248"/>
                    <a:pt x="0" y="255"/>
                    <a:pt x="0" y="264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32"/>
                    <a:pt x="7" y="339"/>
                    <a:pt x="16" y="339"/>
                  </a:cubicBezTo>
                  <a:cubicBezTo>
                    <a:pt x="20" y="339"/>
                    <a:pt x="20" y="339"/>
                    <a:pt x="20" y="339"/>
                  </a:cubicBezTo>
                  <a:cubicBezTo>
                    <a:pt x="39" y="373"/>
                    <a:pt x="39" y="373"/>
                    <a:pt x="39" y="373"/>
                  </a:cubicBezTo>
                  <a:cubicBezTo>
                    <a:pt x="39" y="394"/>
                    <a:pt x="56" y="411"/>
                    <a:pt x="77" y="411"/>
                  </a:cubicBezTo>
                  <a:lnTo>
                    <a:pt x="173" y="41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>
            <a:off x="3520146" y="1917038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21330" y="2107025"/>
            <a:ext cx="385057" cy="553441"/>
            <a:chOff x="5319713" y="1173163"/>
            <a:chExt cx="922338" cy="1212850"/>
          </a:xfrm>
          <a:solidFill>
            <a:schemeClr val="bg1"/>
          </a:solidFill>
        </p:grpSpPr>
        <p:sp>
          <p:nvSpPr>
            <p:cNvPr id="28" name="Freeform 11"/>
            <p:cNvSpPr>
              <a:spLocks noEditPoints="1"/>
            </p:cNvSpPr>
            <p:nvPr/>
          </p:nvSpPr>
          <p:spPr bwMode="auto">
            <a:xfrm>
              <a:off x="5319713" y="1450975"/>
              <a:ext cx="912813" cy="935038"/>
            </a:xfrm>
            <a:custGeom>
              <a:avLst/>
              <a:gdLst>
                <a:gd name="T0" fmla="*/ 20 w 214"/>
                <a:gd name="T1" fmla="*/ 219 h 219"/>
                <a:gd name="T2" fmla="*/ 195 w 214"/>
                <a:gd name="T3" fmla="*/ 219 h 219"/>
                <a:gd name="T4" fmla="*/ 214 w 214"/>
                <a:gd name="T5" fmla="*/ 200 h 219"/>
                <a:gd name="T6" fmla="*/ 214 w 214"/>
                <a:gd name="T7" fmla="*/ 0 h 219"/>
                <a:gd name="T8" fmla="*/ 0 w 214"/>
                <a:gd name="T9" fmla="*/ 0 h 219"/>
                <a:gd name="T10" fmla="*/ 0 w 214"/>
                <a:gd name="T11" fmla="*/ 200 h 219"/>
                <a:gd name="T12" fmla="*/ 20 w 214"/>
                <a:gd name="T13" fmla="*/ 219 h 219"/>
                <a:gd name="T14" fmla="*/ 154 w 214"/>
                <a:gd name="T15" fmla="*/ 19 h 219"/>
                <a:gd name="T16" fmla="*/ 185 w 214"/>
                <a:gd name="T17" fmla="*/ 19 h 219"/>
                <a:gd name="T18" fmla="*/ 185 w 214"/>
                <a:gd name="T19" fmla="*/ 181 h 219"/>
                <a:gd name="T20" fmla="*/ 170 w 214"/>
                <a:gd name="T21" fmla="*/ 196 h 219"/>
                <a:gd name="T22" fmla="*/ 154 w 214"/>
                <a:gd name="T23" fmla="*/ 181 h 219"/>
                <a:gd name="T24" fmla="*/ 154 w 214"/>
                <a:gd name="T25" fmla="*/ 19 h 219"/>
                <a:gd name="T26" fmla="*/ 92 w 214"/>
                <a:gd name="T27" fmla="*/ 19 h 219"/>
                <a:gd name="T28" fmla="*/ 122 w 214"/>
                <a:gd name="T29" fmla="*/ 19 h 219"/>
                <a:gd name="T30" fmla="*/ 122 w 214"/>
                <a:gd name="T31" fmla="*/ 181 h 219"/>
                <a:gd name="T32" fmla="*/ 107 w 214"/>
                <a:gd name="T33" fmla="*/ 196 h 219"/>
                <a:gd name="T34" fmla="*/ 92 w 214"/>
                <a:gd name="T35" fmla="*/ 181 h 219"/>
                <a:gd name="T36" fmla="*/ 92 w 214"/>
                <a:gd name="T37" fmla="*/ 19 h 219"/>
                <a:gd name="T38" fmla="*/ 29 w 214"/>
                <a:gd name="T39" fmla="*/ 19 h 219"/>
                <a:gd name="T40" fmla="*/ 59 w 214"/>
                <a:gd name="T41" fmla="*/ 19 h 219"/>
                <a:gd name="T42" fmla="*/ 59 w 214"/>
                <a:gd name="T43" fmla="*/ 181 h 219"/>
                <a:gd name="T44" fmla="*/ 44 w 214"/>
                <a:gd name="T45" fmla="*/ 196 h 219"/>
                <a:gd name="T46" fmla="*/ 29 w 214"/>
                <a:gd name="T47" fmla="*/ 181 h 219"/>
                <a:gd name="T48" fmla="*/ 29 w 214"/>
                <a:gd name="T49" fmla="*/ 19 h 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14" h="219">
                  <a:moveTo>
                    <a:pt x="20" y="219"/>
                  </a:moveTo>
                  <a:cubicBezTo>
                    <a:pt x="195" y="219"/>
                    <a:pt x="195" y="219"/>
                    <a:pt x="195" y="219"/>
                  </a:cubicBezTo>
                  <a:cubicBezTo>
                    <a:pt x="205" y="219"/>
                    <a:pt x="214" y="211"/>
                    <a:pt x="214" y="200"/>
                  </a:cubicBezTo>
                  <a:cubicBezTo>
                    <a:pt x="214" y="0"/>
                    <a:pt x="214" y="0"/>
                    <a:pt x="214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211"/>
                    <a:pt x="9" y="219"/>
                    <a:pt x="20" y="219"/>
                  </a:cubicBezTo>
                  <a:close/>
                  <a:moveTo>
                    <a:pt x="154" y="19"/>
                  </a:moveTo>
                  <a:cubicBezTo>
                    <a:pt x="185" y="19"/>
                    <a:pt x="185" y="19"/>
                    <a:pt x="185" y="19"/>
                  </a:cubicBezTo>
                  <a:cubicBezTo>
                    <a:pt x="185" y="181"/>
                    <a:pt x="185" y="181"/>
                    <a:pt x="185" y="181"/>
                  </a:cubicBezTo>
                  <a:cubicBezTo>
                    <a:pt x="185" y="189"/>
                    <a:pt x="178" y="196"/>
                    <a:pt x="170" y="196"/>
                  </a:cubicBezTo>
                  <a:cubicBezTo>
                    <a:pt x="161" y="196"/>
                    <a:pt x="154" y="189"/>
                    <a:pt x="154" y="181"/>
                  </a:cubicBezTo>
                  <a:lnTo>
                    <a:pt x="154" y="19"/>
                  </a:lnTo>
                  <a:close/>
                  <a:moveTo>
                    <a:pt x="92" y="19"/>
                  </a:moveTo>
                  <a:cubicBezTo>
                    <a:pt x="122" y="19"/>
                    <a:pt x="122" y="19"/>
                    <a:pt x="122" y="19"/>
                  </a:cubicBezTo>
                  <a:cubicBezTo>
                    <a:pt x="122" y="181"/>
                    <a:pt x="122" y="181"/>
                    <a:pt x="122" y="181"/>
                  </a:cubicBezTo>
                  <a:cubicBezTo>
                    <a:pt x="122" y="189"/>
                    <a:pt x="115" y="196"/>
                    <a:pt x="107" y="196"/>
                  </a:cubicBezTo>
                  <a:cubicBezTo>
                    <a:pt x="99" y="196"/>
                    <a:pt x="92" y="189"/>
                    <a:pt x="92" y="181"/>
                  </a:cubicBezTo>
                  <a:lnTo>
                    <a:pt x="92" y="19"/>
                  </a:lnTo>
                  <a:close/>
                  <a:moveTo>
                    <a:pt x="29" y="19"/>
                  </a:moveTo>
                  <a:cubicBezTo>
                    <a:pt x="59" y="19"/>
                    <a:pt x="59" y="19"/>
                    <a:pt x="59" y="19"/>
                  </a:cubicBezTo>
                  <a:cubicBezTo>
                    <a:pt x="59" y="181"/>
                    <a:pt x="59" y="181"/>
                    <a:pt x="59" y="181"/>
                  </a:cubicBezTo>
                  <a:cubicBezTo>
                    <a:pt x="59" y="189"/>
                    <a:pt x="53" y="196"/>
                    <a:pt x="44" y="196"/>
                  </a:cubicBezTo>
                  <a:cubicBezTo>
                    <a:pt x="36" y="196"/>
                    <a:pt x="29" y="189"/>
                    <a:pt x="29" y="181"/>
                  </a:cubicBezTo>
                  <a:lnTo>
                    <a:pt x="29" y="1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5332413" y="1173163"/>
              <a:ext cx="909638" cy="260350"/>
            </a:xfrm>
            <a:custGeom>
              <a:avLst/>
              <a:gdLst>
                <a:gd name="T0" fmla="*/ 213 w 213"/>
                <a:gd name="T1" fmla="*/ 34 h 61"/>
                <a:gd name="T2" fmla="*/ 196 w 213"/>
                <a:gd name="T3" fmla="*/ 17 h 61"/>
                <a:gd name="T4" fmla="*/ 132 w 213"/>
                <a:gd name="T5" fmla="*/ 17 h 61"/>
                <a:gd name="T6" fmla="*/ 132 w 213"/>
                <a:gd name="T7" fmla="*/ 8 h 61"/>
                <a:gd name="T8" fmla="*/ 124 w 213"/>
                <a:gd name="T9" fmla="*/ 0 h 61"/>
                <a:gd name="T10" fmla="*/ 88 w 213"/>
                <a:gd name="T11" fmla="*/ 0 h 61"/>
                <a:gd name="T12" fmla="*/ 80 w 213"/>
                <a:gd name="T13" fmla="*/ 8 h 61"/>
                <a:gd name="T14" fmla="*/ 80 w 213"/>
                <a:gd name="T15" fmla="*/ 17 h 61"/>
                <a:gd name="T16" fmla="*/ 16 w 213"/>
                <a:gd name="T17" fmla="*/ 17 h 61"/>
                <a:gd name="T18" fmla="*/ 0 w 213"/>
                <a:gd name="T19" fmla="*/ 34 h 61"/>
                <a:gd name="T20" fmla="*/ 0 w 213"/>
                <a:gd name="T21" fmla="*/ 61 h 61"/>
                <a:gd name="T22" fmla="*/ 213 w 213"/>
                <a:gd name="T23" fmla="*/ 61 h 61"/>
                <a:gd name="T24" fmla="*/ 213 w 213"/>
                <a:gd name="T25" fmla="*/ 3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3" h="61">
                  <a:moveTo>
                    <a:pt x="213" y="34"/>
                  </a:moveTo>
                  <a:cubicBezTo>
                    <a:pt x="213" y="25"/>
                    <a:pt x="206" y="17"/>
                    <a:pt x="196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2" y="8"/>
                    <a:pt x="132" y="8"/>
                    <a:pt x="132" y="8"/>
                  </a:cubicBezTo>
                  <a:cubicBezTo>
                    <a:pt x="132" y="8"/>
                    <a:pt x="132" y="0"/>
                    <a:pt x="12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80" y="0"/>
                    <a:pt x="80" y="8"/>
                    <a:pt x="80" y="8"/>
                  </a:cubicBezTo>
                  <a:cubicBezTo>
                    <a:pt x="80" y="17"/>
                    <a:pt x="80" y="17"/>
                    <a:pt x="80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7" y="17"/>
                    <a:pt x="0" y="25"/>
                    <a:pt x="0" y="34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13" y="61"/>
                    <a:pt x="213" y="61"/>
                    <a:pt x="213" y="61"/>
                  </a:cubicBezTo>
                  <a:lnTo>
                    <a:pt x="213" y="3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椭圆 29"/>
          <p:cNvSpPr/>
          <p:nvPr/>
        </p:nvSpPr>
        <p:spPr>
          <a:xfrm rot="20340000">
            <a:off x="10144456" y="2211361"/>
            <a:ext cx="988060" cy="988378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10380193" y="2387200"/>
            <a:ext cx="553441" cy="630988"/>
            <a:chOff x="10890250" y="2017713"/>
            <a:chExt cx="1782763" cy="2035175"/>
          </a:xfrm>
          <a:solidFill>
            <a:schemeClr val="bg1"/>
          </a:solidFill>
        </p:grpSpPr>
        <p:sp>
          <p:nvSpPr>
            <p:cNvPr id="32" name="Freeform 31"/>
            <p:cNvSpPr/>
            <p:nvPr/>
          </p:nvSpPr>
          <p:spPr bwMode="auto">
            <a:xfrm>
              <a:off x="10890250" y="2017713"/>
              <a:ext cx="1782763" cy="1273175"/>
            </a:xfrm>
            <a:custGeom>
              <a:avLst/>
              <a:gdLst>
                <a:gd name="T0" fmla="*/ 418 w 418"/>
                <a:gd name="T1" fmla="*/ 180 h 299"/>
                <a:gd name="T2" fmla="*/ 322 w 418"/>
                <a:gd name="T3" fmla="*/ 92 h 299"/>
                <a:gd name="T4" fmla="*/ 316 w 418"/>
                <a:gd name="T5" fmla="*/ 92 h 299"/>
                <a:gd name="T6" fmla="*/ 193 w 418"/>
                <a:gd name="T7" fmla="*/ 0 h 299"/>
                <a:gd name="T8" fmla="*/ 70 w 418"/>
                <a:gd name="T9" fmla="*/ 95 h 299"/>
                <a:gd name="T10" fmla="*/ 0 w 418"/>
                <a:gd name="T11" fmla="*/ 180 h 299"/>
                <a:gd name="T12" fmla="*/ 97 w 418"/>
                <a:gd name="T13" fmla="*/ 268 h 299"/>
                <a:gd name="T14" fmla="*/ 124 w 418"/>
                <a:gd name="T15" fmla="*/ 264 h 299"/>
                <a:gd name="T16" fmla="*/ 200 w 418"/>
                <a:gd name="T17" fmla="*/ 299 h 299"/>
                <a:gd name="T18" fmla="*/ 280 w 418"/>
                <a:gd name="T19" fmla="*/ 259 h 299"/>
                <a:gd name="T20" fmla="*/ 322 w 418"/>
                <a:gd name="T21" fmla="*/ 268 h 299"/>
                <a:gd name="T22" fmla="*/ 418 w 418"/>
                <a:gd name="T23" fmla="*/ 18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8" h="299">
                  <a:moveTo>
                    <a:pt x="418" y="180"/>
                  </a:moveTo>
                  <a:cubicBezTo>
                    <a:pt x="418" y="131"/>
                    <a:pt x="375" y="92"/>
                    <a:pt x="322" y="92"/>
                  </a:cubicBezTo>
                  <a:cubicBezTo>
                    <a:pt x="320" y="92"/>
                    <a:pt x="318" y="92"/>
                    <a:pt x="316" y="92"/>
                  </a:cubicBezTo>
                  <a:cubicBezTo>
                    <a:pt x="305" y="39"/>
                    <a:pt x="254" y="0"/>
                    <a:pt x="193" y="0"/>
                  </a:cubicBezTo>
                  <a:cubicBezTo>
                    <a:pt x="131" y="0"/>
                    <a:pt x="80" y="41"/>
                    <a:pt x="70" y="95"/>
                  </a:cubicBezTo>
                  <a:cubicBezTo>
                    <a:pt x="30" y="106"/>
                    <a:pt x="0" y="140"/>
                    <a:pt x="0" y="180"/>
                  </a:cubicBezTo>
                  <a:cubicBezTo>
                    <a:pt x="0" y="228"/>
                    <a:pt x="43" y="268"/>
                    <a:pt x="97" y="268"/>
                  </a:cubicBezTo>
                  <a:cubicBezTo>
                    <a:pt x="106" y="268"/>
                    <a:pt x="115" y="267"/>
                    <a:pt x="124" y="264"/>
                  </a:cubicBezTo>
                  <a:cubicBezTo>
                    <a:pt x="141" y="285"/>
                    <a:pt x="169" y="299"/>
                    <a:pt x="200" y="299"/>
                  </a:cubicBezTo>
                  <a:cubicBezTo>
                    <a:pt x="234" y="299"/>
                    <a:pt x="263" y="283"/>
                    <a:pt x="280" y="259"/>
                  </a:cubicBezTo>
                  <a:cubicBezTo>
                    <a:pt x="293" y="265"/>
                    <a:pt x="307" y="268"/>
                    <a:pt x="322" y="268"/>
                  </a:cubicBezTo>
                  <a:cubicBezTo>
                    <a:pt x="375" y="268"/>
                    <a:pt x="418" y="228"/>
                    <a:pt x="418" y="18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11431588" y="3265488"/>
              <a:ext cx="669925" cy="787400"/>
            </a:xfrm>
            <a:custGeom>
              <a:avLst/>
              <a:gdLst>
                <a:gd name="T0" fmla="*/ 132 w 157"/>
                <a:gd name="T1" fmla="*/ 0 h 185"/>
                <a:gd name="T2" fmla="*/ 73 w 157"/>
                <a:gd name="T3" fmla="*/ 14 h 185"/>
                <a:gd name="T4" fmla="*/ 24 w 157"/>
                <a:gd name="T5" fmla="*/ 5 h 185"/>
                <a:gd name="T6" fmla="*/ 25 w 157"/>
                <a:gd name="T7" fmla="*/ 35 h 185"/>
                <a:gd name="T8" fmla="*/ 0 w 157"/>
                <a:gd name="T9" fmla="*/ 185 h 185"/>
                <a:gd name="T10" fmla="*/ 157 w 157"/>
                <a:gd name="T11" fmla="*/ 185 h 185"/>
                <a:gd name="T12" fmla="*/ 131 w 157"/>
                <a:gd name="T13" fmla="*/ 35 h 185"/>
                <a:gd name="T14" fmla="*/ 132 w 157"/>
                <a:gd name="T15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7" h="185">
                  <a:moveTo>
                    <a:pt x="132" y="0"/>
                  </a:moveTo>
                  <a:cubicBezTo>
                    <a:pt x="114" y="9"/>
                    <a:pt x="94" y="14"/>
                    <a:pt x="73" y="14"/>
                  </a:cubicBezTo>
                  <a:cubicBezTo>
                    <a:pt x="56" y="14"/>
                    <a:pt x="39" y="11"/>
                    <a:pt x="24" y="5"/>
                  </a:cubicBezTo>
                  <a:cubicBezTo>
                    <a:pt x="25" y="15"/>
                    <a:pt x="25" y="25"/>
                    <a:pt x="25" y="35"/>
                  </a:cubicBezTo>
                  <a:cubicBezTo>
                    <a:pt x="25" y="116"/>
                    <a:pt x="0" y="185"/>
                    <a:pt x="0" y="185"/>
                  </a:cubicBezTo>
                  <a:cubicBezTo>
                    <a:pt x="157" y="185"/>
                    <a:pt x="157" y="185"/>
                    <a:pt x="157" y="185"/>
                  </a:cubicBezTo>
                  <a:cubicBezTo>
                    <a:pt x="157" y="185"/>
                    <a:pt x="131" y="116"/>
                    <a:pt x="131" y="35"/>
                  </a:cubicBezTo>
                  <a:cubicBezTo>
                    <a:pt x="131" y="23"/>
                    <a:pt x="131" y="11"/>
                    <a:pt x="132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4" name="椭圆 33"/>
          <p:cNvSpPr/>
          <p:nvPr/>
        </p:nvSpPr>
        <p:spPr>
          <a:xfrm rot="20340000">
            <a:off x="4850781" y="3556291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5138621" y="3672571"/>
            <a:ext cx="416828" cy="668450"/>
            <a:chOff x="8066088" y="4287838"/>
            <a:chExt cx="1193801" cy="1911350"/>
          </a:xfrm>
          <a:solidFill>
            <a:schemeClr val="bg1"/>
          </a:solidFill>
        </p:grpSpPr>
        <p:sp>
          <p:nvSpPr>
            <p:cNvPr id="36" name="Freeform 56"/>
            <p:cNvSpPr/>
            <p:nvPr/>
          </p:nvSpPr>
          <p:spPr bwMode="auto">
            <a:xfrm>
              <a:off x="8535988" y="4287838"/>
              <a:ext cx="268288" cy="144463"/>
            </a:xfrm>
            <a:custGeom>
              <a:avLst/>
              <a:gdLst>
                <a:gd name="T0" fmla="*/ 63 w 63"/>
                <a:gd name="T1" fmla="*/ 34 h 34"/>
                <a:gd name="T2" fmla="*/ 59 w 63"/>
                <a:gd name="T3" fmla="*/ 21 h 34"/>
                <a:gd name="T4" fmla="*/ 18 w 63"/>
                <a:gd name="T5" fmla="*/ 7 h 34"/>
                <a:gd name="T6" fmla="*/ 0 w 63"/>
                <a:gd name="T7" fmla="*/ 34 h 34"/>
                <a:gd name="T8" fmla="*/ 63 w 63"/>
                <a:gd name="T9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4">
                  <a:moveTo>
                    <a:pt x="63" y="34"/>
                  </a:moveTo>
                  <a:cubicBezTo>
                    <a:pt x="62" y="30"/>
                    <a:pt x="61" y="25"/>
                    <a:pt x="59" y="21"/>
                  </a:cubicBezTo>
                  <a:cubicBezTo>
                    <a:pt x="52" y="6"/>
                    <a:pt x="33" y="0"/>
                    <a:pt x="18" y="7"/>
                  </a:cubicBezTo>
                  <a:cubicBezTo>
                    <a:pt x="7" y="12"/>
                    <a:pt x="1" y="23"/>
                    <a:pt x="0" y="34"/>
                  </a:cubicBezTo>
                  <a:cubicBezTo>
                    <a:pt x="21" y="28"/>
                    <a:pt x="43" y="28"/>
                    <a:pt x="63" y="34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Freeform 57"/>
            <p:cNvSpPr/>
            <p:nvPr/>
          </p:nvSpPr>
          <p:spPr bwMode="auto">
            <a:xfrm>
              <a:off x="8250238" y="4371975"/>
              <a:ext cx="242888" cy="222250"/>
            </a:xfrm>
            <a:custGeom>
              <a:avLst/>
              <a:gdLst>
                <a:gd name="T0" fmla="*/ 57 w 57"/>
                <a:gd name="T1" fmla="*/ 16 h 52"/>
                <a:gd name="T2" fmla="*/ 48 w 57"/>
                <a:gd name="T3" fmla="*/ 8 h 52"/>
                <a:gd name="T4" fmla="*/ 6 w 57"/>
                <a:gd name="T5" fmla="*/ 21 h 52"/>
                <a:gd name="T6" fmla="*/ 7 w 57"/>
                <a:gd name="T7" fmla="*/ 52 h 52"/>
                <a:gd name="T8" fmla="*/ 57 w 57"/>
                <a:gd name="T9" fmla="*/ 1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2">
                  <a:moveTo>
                    <a:pt x="57" y="16"/>
                  </a:moveTo>
                  <a:cubicBezTo>
                    <a:pt x="55" y="12"/>
                    <a:pt x="52" y="10"/>
                    <a:pt x="48" y="8"/>
                  </a:cubicBezTo>
                  <a:cubicBezTo>
                    <a:pt x="33" y="0"/>
                    <a:pt x="14" y="5"/>
                    <a:pt x="6" y="21"/>
                  </a:cubicBezTo>
                  <a:cubicBezTo>
                    <a:pt x="0" y="31"/>
                    <a:pt x="1" y="43"/>
                    <a:pt x="7" y="52"/>
                  </a:cubicBezTo>
                  <a:cubicBezTo>
                    <a:pt x="20" y="35"/>
                    <a:pt x="38" y="23"/>
                    <a:pt x="57" y="1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58"/>
            <p:cNvSpPr/>
            <p:nvPr/>
          </p:nvSpPr>
          <p:spPr bwMode="auto">
            <a:xfrm>
              <a:off x="8075613" y="4619625"/>
              <a:ext cx="174625" cy="258763"/>
            </a:xfrm>
            <a:custGeom>
              <a:avLst/>
              <a:gdLst>
                <a:gd name="T0" fmla="*/ 22 w 41"/>
                <a:gd name="T1" fmla="*/ 61 h 61"/>
                <a:gd name="T2" fmla="*/ 41 w 41"/>
                <a:gd name="T3" fmla="*/ 2 h 61"/>
                <a:gd name="T4" fmla="*/ 29 w 41"/>
                <a:gd name="T5" fmla="*/ 1 h 61"/>
                <a:gd name="T6" fmla="*/ 2 w 41"/>
                <a:gd name="T7" fmla="*/ 36 h 61"/>
                <a:gd name="T8" fmla="*/ 22 w 41"/>
                <a:gd name="T9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1">
                  <a:moveTo>
                    <a:pt x="22" y="61"/>
                  </a:moveTo>
                  <a:cubicBezTo>
                    <a:pt x="23" y="39"/>
                    <a:pt x="30" y="19"/>
                    <a:pt x="41" y="2"/>
                  </a:cubicBezTo>
                  <a:cubicBezTo>
                    <a:pt x="37" y="1"/>
                    <a:pt x="33" y="0"/>
                    <a:pt x="29" y="1"/>
                  </a:cubicBezTo>
                  <a:cubicBezTo>
                    <a:pt x="12" y="3"/>
                    <a:pt x="0" y="19"/>
                    <a:pt x="2" y="36"/>
                  </a:cubicBezTo>
                  <a:cubicBezTo>
                    <a:pt x="4" y="48"/>
                    <a:pt x="12" y="57"/>
                    <a:pt x="22" y="6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Freeform 59"/>
            <p:cNvSpPr/>
            <p:nvPr/>
          </p:nvSpPr>
          <p:spPr bwMode="auto">
            <a:xfrm>
              <a:off x="8066088" y="4921250"/>
              <a:ext cx="179388" cy="263525"/>
            </a:xfrm>
            <a:custGeom>
              <a:avLst/>
              <a:gdLst>
                <a:gd name="T0" fmla="*/ 23 w 42"/>
                <a:gd name="T1" fmla="*/ 0 h 62"/>
                <a:gd name="T2" fmla="*/ 12 w 42"/>
                <a:gd name="T3" fmla="*/ 7 h 62"/>
                <a:gd name="T4" fmla="*/ 12 w 42"/>
                <a:gd name="T5" fmla="*/ 51 h 62"/>
                <a:gd name="T6" fmla="*/ 42 w 42"/>
                <a:gd name="T7" fmla="*/ 59 h 62"/>
                <a:gd name="T8" fmla="*/ 23 w 42"/>
                <a:gd name="T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62">
                  <a:moveTo>
                    <a:pt x="23" y="0"/>
                  </a:moveTo>
                  <a:cubicBezTo>
                    <a:pt x="19" y="1"/>
                    <a:pt x="15" y="4"/>
                    <a:pt x="12" y="7"/>
                  </a:cubicBezTo>
                  <a:cubicBezTo>
                    <a:pt x="0" y="19"/>
                    <a:pt x="0" y="38"/>
                    <a:pt x="12" y="51"/>
                  </a:cubicBezTo>
                  <a:cubicBezTo>
                    <a:pt x="20" y="59"/>
                    <a:pt x="32" y="62"/>
                    <a:pt x="42" y="59"/>
                  </a:cubicBezTo>
                  <a:cubicBezTo>
                    <a:pt x="30" y="41"/>
                    <a:pt x="23" y="21"/>
                    <a:pt x="23" y="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60"/>
            <p:cNvSpPr/>
            <p:nvPr/>
          </p:nvSpPr>
          <p:spPr bwMode="auto">
            <a:xfrm>
              <a:off x="8232776" y="5210175"/>
              <a:ext cx="247650" cy="214313"/>
            </a:xfrm>
            <a:custGeom>
              <a:avLst/>
              <a:gdLst>
                <a:gd name="T0" fmla="*/ 58 w 58"/>
                <a:gd name="T1" fmla="*/ 36 h 50"/>
                <a:gd name="T2" fmla="*/ 8 w 58"/>
                <a:gd name="T3" fmla="*/ 0 h 50"/>
                <a:gd name="T4" fmla="*/ 3 w 58"/>
                <a:gd name="T5" fmla="*/ 12 h 50"/>
                <a:gd name="T6" fmla="*/ 29 w 58"/>
                <a:gd name="T7" fmla="*/ 48 h 50"/>
                <a:gd name="T8" fmla="*/ 58 w 58"/>
                <a:gd name="T9" fmla="*/ 36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50">
                  <a:moveTo>
                    <a:pt x="58" y="36"/>
                  </a:moveTo>
                  <a:cubicBezTo>
                    <a:pt x="38" y="29"/>
                    <a:pt x="21" y="16"/>
                    <a:pt x="8" y="0"/>
                  </a:cubicBezTo>
                  <a:cubicBezTo>
                    <a:pt x="6" y="3"/>
                    <a:pt x="4" y="7"/>
                    <a:pt x="3" y="12"/>
                  </a:cubicBezTo>
                  <a:cubicBezTo>
                    <a:pt x="0" y="28"/>
                    <a:pt x="12" y="45"/>
                    <a:pt x="29" y="48"/>
                  </a:cubicBezTo>
                  <a:cubicBezTo>
                    <a:pt x="40" y="50"/>
                    <a:pt x="52" y="45"/>
                    <a:pt x="58" y="36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61"/>
            <p:cNvSpPr/>
            <p:nvPr/>
          </p:nvSpPr>
          <p:spPr bwMode="auto">
            <a:xfrm>
              <a:off x="8829676" y="5219700"/>
              <a:ext cx="242888" cy="225425"/>
            </a:xfrm>
            <a:custGeom>
              <a:avLst/>
              <a:gdLst>
                <a:gd name="T0" fmla="*/ 0 w 57"/>
                <a:gd name="T1" fmla="*/ 37 h 53"/>
                <a:gd name="T2" fmla="*/ 9 w 57"/>
                <a:gd name="T3" fmla="*/ 45 h 53"/>
                <a:gd name="T4" fmla="*/ 51 w 57"/>
                <a:gd name="T5" fmla="*/ 32 h 53"/>
                <a:gd name="T6" fmla="*/ 50 w 57"/>
                <a:gd name="T7" fmla="*/ 0 h 53"/>
                <a:gd name="T8" fmla="*/ 0 w 57"/>
                <a:gd name="T9" fmla="*/ 3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3">
                  <a:moveTo>
                    <a:pt x="0" y="37"/>
                  </a:moveTo>
                  <a:cubicBezTo>
                    <a:pt x="2" y="40"/>
                    <a:pt x="5" y="43"/>
                    <a:pt x="9" y="45"/>
                  </a:cubicBezTo>
                  <a:cubicBezTo>
                    <a:pt x="25" y="53"/>
                    <a:pt x="43" y="47"/>
                    <a:pt x="51" y="32"/>
                  </a:cubicBezTo>
                  <a:cubicBezTo>
                    <a:pt x="57" y="21"/>
                    <a:pt x="56" y="9"/>
                    <a:pt x="50" y="0"/>
                  </a:cubicBezTo>
                  <a:cubicBezTo>
                    <a:pt x="37" y="17"/>
                    <a:pt x="19" y="30"/>
                    <a:pt x="0" y="37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62"/>
            <p:cNvSpPr/>
            <p:nvPr/>
          </p:nvSpPr>
          <p:spPr bwMode="auto">
            <a:xfrm>
              <a:off x="9072563" y="4933950"/>
              <a:ext cx="174625" cy="260350"/>
            </a:xfrm>
            <a:custGeom>
              <a:avLst/>
              <a:gdLst>
                <a:gd name="T0" fmla="*/ 12 w 41"/>
                <a:gd name="T1" fmla="*/ 60 h 61"/>
                <a:gd name="T2" fmla="*/ 39 w 41"/>
                <a:gd name="T3" fmla="*/ 25 h 61"/>
                <a:gd name="T4" fmla="*/ 19 w 41"/>
                <a:gd name="T5" fmla="*/ 0 h 61"/>
                <a:gd name="T6" fmla="*/ 0 w 41"/>
                <a:gd name="T7" fmla="*/ 60 h 61"/>
                <a:gd name="T8" fmla="*/ 12 w 41"/>
                <a:gd name="T9" fmla="*/ 6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1">
                  <a:moveTo>
                    <a:pt x="12" y="60"/>
                  </a:moveTo>
                  <a:cubicBezTo>
                    <a:pt x="29" y="58"/>
                    <a:pt x="41" y="42"/>
                    <a:pt x="39" y="25"/>
                  </a:cubicBezTo>
                  <a:cubicBezTo>
                    <a:pt x="37" y="14"/>
                    <a:pt x="29" y="4"/>
                    <a:pt x="19" y="0"/>
                  </a:cubicBezTo>
                  <a:cubicBezTo>
                    <a:pt x="18" y="22"/>
                    <a:pt x="12" y="43"/>
                    <a:pt x="0" y="60"/>
                  </a:cubicBezTo>
                  <a:cubicBezTo>
                    <a:pt x="4" y="61"/>
                    <a:pt x="8" y="61"/>
                    <a:pt x="12" y="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Freeform 63"/>
            <p:cNvSpPr/>
            <p:nvPr/>
          </p:nvSpPr>
          <p:spPr bwMode="auto">
            <a:xfrm>
              <a:off x="9077326" y="4627563"/>
              <a:ext cx="182563" cy="263525"/>
            </a:xfrm>
            <a:custGeom>
              <a:avLst/>
              <a:gdLst>
                <a:gd name="T0" fmla="*/ 19 w 43"/>
                <a:gd name="T1" fmla="*/ 62 h 62"/>
                <a:gd name="T2" fmla="*/ 30 w 43"/>
                <a:gd name="T3" fmla="*/ 56 h 62"/>
                <a:gd name="T4" fmla="*/ 31 w 43"/>
                <a:gd name="T5" fmla="*/ 12 h 62"/>
                <a:gd name="T6" fmla="*/ 0 w 43"/>
                <a:gd name="T7" fmla="*/ 3 h 62"/>
                <a:gd name="T8" fmla="*/ 19 w 43"/>
                <a:gd name="T9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62">
                  <a:moveTo>
                    <a:pt x="19" y="62"/>
                  </a:moveTo>
                  <a:cubicBezTo>
                    <a:pt x="23" y="61"/>
                    <a:pt x="27" y="59"/>
                    <a:pt x="30" y="56"/>
                  </a:cubicBezTo>
                  <a:cubicBezTo>
                    <a:pt x="42" y="44"/>
                    <a:pt x="43" y="24"/>
                    <a:pt x="31" y="12"/>
                  </a:cubicBezTo>
                  <a:cubicBezTo>
                    <a:pt x="22" y="3"/>
                    <a:pt x="10" y="0"/>
                    <a:pt x="0" y="3"/>
                  </a:cubicBezTo>
                  <a:cubicBezTo>
                    <a:pt x="12" y="21"/>
                    <a:pt x="19" y="42"/>
                    <a:pt x="19" y="62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Freeform 64"/>
            <p:cNvSpPr/>
            <p:nvPr/>
          </p:nvSpPr>
          <p:spPr bwMode="auto">
            <a:xfrm>
              <a:off x="8842376" y="4394200"/>
              <a:ext cx="247650" cy="207963"/>
            </a:xfrm>
            <a:custGeom>
              <a:avLst/>
              <a:gdLst>
                <a:gd name="T0" fmla="*/ 50 w 58"/>
                <a:gd name="T1" fmla="*/ 49 h 49"/>
                <a:gd name="T2" fmla="*/ 55 w 58"/>
                <a:gd name="T3" fmla="*/ 38 h 49"/>
                <a:gd name="T4" fmla="*/ 29 w 58"/>
                <a:gd name="T5" fmla="*/ 2 h 49"/>
                <a:gd name="T6" fmla="*/ 0 w 58"/>
                <a:gd name="T7" fmla="*/ 13 h 49"/>
                <a:gd name="T8" fmla="*/ 50 w 58"/>
                <a:gd name="T9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49">
                  <a:moveTo>
                    <a:pt x="50" y="49"/>
                  </a:moveTo>
                  <a:cubicBezTo>
                    <a:pt x="52" y="46"/>
                    <a:pt x="54" y="42"/>
                    <a:pt x="55" y="38"/>
                  </a:cubicBezTo>
                  <a:cubicBezTo>
                    <a:pt x="58" y="21"/>
                    <a:pt x="46" y="5"/>
                    <a:pt x="29" y="2"/>
                  </a:cubicBezTo>
                  <a:cubicBezTo>
                    <a:pt x="18" y="0"/>
                    <a:pt x="7" y="4"/>
                    <a:pt x="0" y="13"/>
                  </a:cubicBezTo>
                  <a:cubicBezTo>
                    <a:pt x="20" y="20"/>
                    <a:pt x="37" y="33"/>
                    <a:pt x="50" y="49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Oval 65"/>
            <p:cNvSpPr>
              <a:spLocks noChangeArrowheads="1"/>
            </p:cNvSpPr>
            <p:nvPr/>
          </p:nvSpPr>
          <p:spPr bwMode="auto">
            <a:xfrm>
              <a:off x="8202613" y="4445000"/>
              <a:ext cx="917575" cy="914400"/>
            </a:xfrm>
            <a:prstGeom prst="ellipse">
              <a:avLst/>
            </a:pr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Freeform 66"/>
            <p:cNvSpPr/>
            <p:nvPr/>
          </p:nvSpPr>
          <p:spPr bwMode="auto">
            <a:xfrm>
              <a:off x="8301038" y="5381625"/>
              <a:ext cx="954088" cy="817563"/>
            </a:xfrm>
            <a:custGeom>
              <a:avLst/>
              <a:gdLst>
                <a:gd name="T0" fmla="*/ 169 w 224"/>
                <a:gd name="T1" fmla="*/ 71 h 192"/>
                <a:gd name="T2" fmla="*/ 98 w 224"/>
                <a:gd name="T3" fmla="*/ 107 h 192"/>
                <a:gd name="T4" fmla="*/ 98 w 224"/>
                <a:gd name="T5" fmla="*/ 29 h 192"/>
                <a:gd name="T6" fmla="*/ 97 w 224"/>
                <a:gd name="T7" fmla="*/ 26 h 192"/>
                <a:gd name="T8" fmla="*/ 114 w 224"/>
                <a:gd name="T9" fmla="*/ 0 h 192"/>
                <a:gd name="T10" fmla="*/ 52 w 224"/>
                <a:gd name="T11" fmla="*/ 1 h 192"/>
                <a:gd name="T12" fmla="*/ 55 w 224"/>
                <a:gd name="T13" fmla="*/ 13 h 192"/>
                <a:gd name="T14" fmla="*/ 76 w 224"/>
                <a:gd name="T15" fmla="*/ 30 h 192"/>
                <a:gd name="T16" fmla="*/ 76 w 224"/>
                <a:gd name="T17" fmla="*/ 145 h 192"/>
                <a:gd name="T18" fmla="*/ 35 w 224"/>
                <a:gd name="T19" fmla="*/ 121 h 192"/>
                <a:gd name="T20" fmla="*/ 0 w 224"/>
                <a:gd name="T21" fmla="*/ 109 h 192"/>
                <a:gd name="T22" fmla="*/ 11 w 224"/>
                <a:gd name="T23" fmla="*/ 140 h 192"/>
                <a:gd name="T24" fmla="*/ 44 w 224"/>
                <a:gd name="T25" fmla="*/ 187 h 192"/>
                <a:gd name="T26" fmla="*/ 73 w 224"/>
                <a:gd name="T27" fmla="*/ 184 h 192"/>
                <a:gd name="T28" fmla="*/ 41 w 224"/>
                <a:gd name="T29" fmla="*/ 158 h 192"/>
                <a:gd name="T30" fmla="*/ 11 w 224"/>
                <a:gd name="T31" fmla="*/ 120 h 192"/>
                <a:gd name="T32" fmla="*/ 46 w 224"/>
                <a:gd name="T33" fmla="*/ 152 h 192"/>
                <a:gd name="T34" fmla="*/ 80 w 224"/>
                <a:gd name="T35" fmla="*/ 177 h 192"/>
                <a:gd name="T36" fmla="*/ 80 w 224"/>
                <a:gd name="T37" fmla="*/ 176 h 192"/>
                <a:gd name="T38" fmla="*/ 87 w 224"/>
                <a:gd name="T39" fmla="*/ 179 h 192"/>
                <a:gd name="T40" fmla="*/ 92 w 224"/>
                <a:gd name="T41" fmla="*/ 177 h 192"/>
                <a:gd name="T42" fmla="*/ 92 w 224"/>
                <a:gd name="T43" fmla="*/ 178 h 192"/>
                <a:gd name="T44" fmla="*/ 139 w 224"/>
                <a:gd name="T45" fmla="*/ 124 h 192"/>
                <a:gd name="T46" fmla="*/ 204 w 224"/>
                <a:gd name="T47" fmla="*/ 72 h 192"/>
                <a:gd name="T48" fmla="*/ 148 w 224"/>
                <a:gd name="T49" fmla="*/ 132 h 192"/>
                <a:gd name="T50" fmla="*/ 105 w 224"/>
                <a:gd name="T51" fmla="*/ 189 h 192"/>
                <a:gd name="T52" fmla="*/ 145 w 224"/>
                <a:gd name="T53" fmla="*/ 188 h 192"/>
                <a:gd name="T54" fmla="*/ 202 w 224"/>
                <a:gd name="T55" fmla="*/ 113 h 192"/>
                <a:gd name="T56" fmla="*/ 224 w 224"/>
                <a:gd name="T57" fmla="*/ 54 h 192"/>
                <a:gd name="T58" fmla="*/ 169 w 224"/>
                <a:gd name="T59" fmla="*/ 71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4" h="192">
                  <a:moveTo>
                    <a:pt x="169" y="71"/>
                  </a:moveTo>
                  <a:cubicBezTo>
                    <a:pt x="147" y="73"/>
                    <a:pt x="114" y="85"/>
                    <a:pt x="98" y="107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28"/>
                    <a:pt x="98" y="27"/>
                    <a:pt x="97" y="26"/>
                  </a:cubicBezTo>
                  <a:cubicBezTo>
                    <a:pt x="107" y="21"/>
                    <a:pt x="113" y="11"/>
                    <a:pt x="114" y="0"/>
                  </a:cubicBezTo>
                  <a:cubicBezTo>
                    <a:pt x="93" y="7"/>
                    <a:pt x="71" y="6"/>
                    <a:pt x="52" y="1"/>
                  </a:cubicBezTo>
                  <a:cubicBezTo>
                    <a:pt x="52" y="5"/>
                    <a:pt x="53" y="9"/>
                    <a:pt x="55" y="13"/>
                  </a:cubicBezTo>
                  <a:cubicBezTo>
                    <a:pt x="59" y="22"/>
                    <a:pt x="67" y="28"/>
                    <a:pt x="76" y="30"/>
                  </a:cubicBezTo>
                  <a:cubicBezTo>
                    <a:pt x="76" y="145"/>
                    <a:pt x="76" y="145"/>
                    <a:pt x="76" y="145"/>
                  </a:cubicBezTo>
                  <a:cubicBezTo>
                    <a:pt x="70" y="130"/>
                    <a:pt x="56" y="121"/>
                    <a:pt x="35" y="121"/>
                  </a:cubicBezTo>
                  <a:cubicBezTo>
                    <a:pt x="19" y="121"/>
                    <a:pt x="0" y="109"/>
                    <a:pt x="0" y="109"/>
                  </a:cubicBezTo>
                  <a:cubicBezTo>
                    <a:pt x="0" y="109"/>
                    <a:pt x="9" y="124"/>
                    <a:pt x="11" y="140"/>
                  </a:cubicBezTo>
                  <a:cubicBezTo>
                    <a:pt x="12" y="157"/>
                    <a:pt x="23" y="183"/>
                    <a:pt x="44" y="187"/>
                  </a:cubicBezTo>
                  <a:cubicBezTo>
                    <a:pt x="57" y="190"/>
                    <a:pt x="68" y="186"/>
                    <a:pt x="73" y="184"/>
                  </a:cubicBezTo>
                  <a:cubicBezTo>
                    <a:pt x="75" y="184"/>
                    <a:pt x="56" y="172"/>
                    <a:pt x="41" y="158"/>
                  </a:cubicBezTo>
                  <a:cubicBezTo>
                    <a:pt x="24" y="140"/>
                    <a:pt x="11" y="120"/>
                    <a:pt x="11" y="120"/>
                  </a:cubicBezTo>
                  <a:cubicBezTo>
                    <a:pt x="11" y="120"/>
                    <a:pt x="28" y="137"/>
                    <a:pt x="46" y="152"/>
                  </a:cubicBezTo>
                  <a:cubicBezTo>
                    <a:pt x="61" y="166"/>
                    <a:pt x="79" y="179"/>
                    <a:pt x="80" y="177"/>
                  </a:cubicBezTo>
                  <a:cubicBezTo>
                    <a:pt x="80" y="177"/>
                    <a:pt x="80" y="176"/>
                    <a:pt x="80" y="176"/>
                  </a:cubicBezTo>
                  <a:cubicBezTo>
                    <a:pt x="82" y="178"/>
                    <a:pt x="84" y="179"/>
                    <a:pt x="87" y="179"/>
                  </a:cubicBezTo>
                  <a:cubicBezTo>
                    <a:pt x="89" y="179"/>
                    <a:pt x="90" y="178"/>
                    <a:pt x="92" y="177"/>
                  </a:cubicBezTo>
                  <a:cubicBezTo>
                    <a:pt x="92" y="178"/>
                    <a:pt x="92" y="178"/>
                    <a:pt x="92" y="178"/>
                  </a:cubicBezTo>
                  <a:cubicBezTo>
                    <a:pt x="93" y="181"/>
                    <a:pt x="114" y="148"/>
                    <a:pt x="139" y="124"/>
                  </a:cubicBezTo>
                  <a:cubicBezTo>
                    <a:pt x="169" y="94"/>
                    <a:pt x="204" y="72"/>
                    <a:pt x="204" y="72"/>
                  </a:cubicBezTo>
                  <a:cubicBezTo>
                    <a:pt x="204" y="72"/>
                    <a:pt x="175" y="100"/>
                    <a:pt x="148" y="132"/>
                  </a:cubicBezTo>
                  <a:cubicBezTo>
                    <a:pt x="124" y="158"/>
                    <a:pt x="102" y="189"/>
                    <a:pt x="105" y="189"/>
                  </a:cubicBezTo>
                  <a:cubicBezTo>
                    <a:pt x="113" y="191"/>
                    <a:pt x="127" y="192"/>
                    <a:pt x="145" y="188"/>
                  </a:cubicBezTo>
                  <a:cubicBezTo>
                    <a:pt x="179" y="182"/>
                    <a:pt x="202" y="157"/>
                    <a:pt x="202" y="113"/>
                  </a:cubicBezTo>
                  <a:cubicBezTo>
                    <a:pt x="202" y="85"/>
                    <a:pt x="224" y="54"/>
                    <a:pt x="224" y="54"/>
                  </a:cubicBezTo>
                  <a:cubicBezTo>
                    <a:pt x="224" y="54"/>
                    <a:pt x="198" y="69"/>
                    <a:pt x="169" y="71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7" name="椭圆 46"/>
          <p:cNvSpPr/>
          <p:nvPr/>
        </p:nvSpPr>
        <p:spPr>
          <a:xfrm rot="20340000">
            <a:off x="7211084" y="2979470"/>
            <a:ext cx="988060" cy="988060"/>
          </a:xfrm>
          <a:prstGeom prst="ellipse">
            <a:avLst/>
          </a:pr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 fontAlgn="base"/>
            <a:endParaRPr lang="zh-CN" altLang="en-US" strike="noStrike" noProof="1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7395988" y="3172634"/>
            <a:ext cx="634138" cy="609992"/>
            <a:chOff x="7612063" y="-1173163"/>
            <a:chExt cx="2236787" cy="2151063"/>
          </a:xfrm>
          <a:solidFill>
            <a:schemeClr val="bg1"/>
          </a:solidFill>
        </p:grpSpPr>
        <p:sp>
          <p:nvSpPr>
            <p:cNvPr id="49" name="Freeform 70"/>
            <p:cNvSpPr/>
            <p:nvPr/>
          </p:nvSpPr>
          <p:spPr bwMode="auto">
            <a:xfrm>
              <a:off x="8445500" y="-1173163"/>
              <a:ext cx="1403350" cy="1384301"/>
            </a:xfrm>
            <a:custGeom>
              <a:avLst/>
              <a:gdLst>
                <a:gd name="T0" fmla="*/ 50 w 330"/>
                <a:gd name="T1" fmla="*/ 318 h 325"/>
                <a:gd name="T2" fmla="*/ 151 w 330"/>
                <a:gd name="T3" fmla="*/ 183 h 325"/>
                <a:gd name="T4" fmla="*/ 284 w 330"/>
                <a:gd name="T5" fmla="*/ 43 h 325"/>
                <a:gd name="T6" fmla="*/ 131 w 330"/>
                <a:gd name="T7" fmla="*/ 164 h 325"/>
                <a:gd name="T8" fmla="*/ 20 w 330"/>
                <a:gd name="T9" fmla="*/ 293 h 325"/>
                <a:gd name="T10" fmla="*/ 11 w 330"/>
                <a:gd name="T11" fmla="*/ 172 h 325"/>
                <a:gd name="T12" fmla="*/ 202 w 330"/>
                <a:gd name="T13" fmla="*/ 41 h 325"/>
                <a:gd name="T14" fmla="*/ 330 w 330"/>
                <a:gd name="T15" fmla="*/ 0 h 325"/>
                <a:gd name="T16" fmla="*/ 278 w 330"/>
                <a:gd name="T17" fmla="*/ 139 h 325"/>
                <a:gd name="T18" fmla="*/ 146 w 330"/>
                <a:gd name="T19" fmla="*/ 316 h 325"/>
                <a:gd name="T20" fmla="*/ 50 w 330"/>
                <a:gd name="T21" fmla="*/ 31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30" h="325">
                  <a:moveTo>
                    <a:pt x="50" y="318"/>
                  </a:moveTo>
                  <a:cubicBezTo>
                    <a:pt x="42" y="317"/>
                    <a:pt x="96" y="245"/>
                    <a:pt x="151" y="183"/>
                  </a:cubicBezTo>
                  <a:cubicBezTo>
                    <a:pt x="216" y="109"/>
                    <a:pt x="284" y="43"/>
                    <a:pt x="284" y="43"/>
                  </a:cubicBezTo>
                  <a:cubicBezTo>
                    <a:pt x="284" y="43"/>
                    <a:pt x="201" y="95"/>
                    <a:pt x="131" y="164"/>
                  </a:cubicBezTo>
                  <a:cubicBezTo>
                    <a:pt x="71" y="221"/>
                    <a:pt x="21" y="298"/>
                    <a:pt x="20" y="293"/>
                  </a:cubicBezTo>
                  <a:cubicBezTo>
                    <a:pt x="15" y="270"/>
                    <a:pt x="0" y="227"/>
                    <a:pt x="11" y="172"/>
                  </a:cubicBezTo>
                  <a:cubicBezTo>
                    <a:pt x="29" y="89"/>
                    <a:pt x="134" y="47"/>
                    <a:pt x="202" y="41"/>
                  </a:cubicBezTo>
                  <a:cubicBezTo>
                    <a:pt x="270" y="36"/>
                    <a:pt x="330" y="0"/>
                    <a:pt x="330" y="0"/>
                  </a:cubicBezTo>
                  <a:cubicBezTo>
                    <a:pt x="330" y="0"/>
                    <a:pt x="278" y="73"/>
                    <a:pt x="278" y="139"/>
                  </a:cubicBezTo>
                  <a:cubicBezTo>
                    <a:pt x="278" y="242"/>
                    <a:pt x="226" y="300"/>
                    <a:pt x="146" y="316"/>
                  </a:cubicBezTo>
                  <a:cubicBezTo>
                    <a:pt x="102" y="325"/>
                    <a:pt x="70" y="322"/>
                    <a:pt x="50" y="318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Freeform 71"/>
            <p:cNvSpPr/>
            <p:nvPr/>
          </p:nvSpPr>
          <p:spPr bwMode="auto">
            <a:xfrm>
              <a:off x="7943850" y="279400"/>
              <a:ext cx="1403350" cy="698500"/>
            </a:xfrm>
            <a:custGeom>
              <a:avLst/>
              <a:gdLst>
                <a:gd name="T0" fmla="*/ 330 w 330"/>
                <a:gd name="T1" fmla="*/ 118 h 164"/>
                <a:gd name="T2" fmla="*/ 284 w 330"/>
                <a:gd name="T3" fmla="*/ 164 h 164"/>
                <a:gd name="T4" fmla="*/ 46 w 330"/>
                <a:gd name="T5" fmla="*/ 164 h 164"/>
                <a:gd name="T6" fmla="*/ 0 w 330"/>
                <a:gd name="T7" fmla="*/ 118 h 164"/>
                <a:gd name="T8" fmla="*/ 0 w 330"/>
                <a:gd name="T9" fmla="*/ 45 h 164"/>
                <a:gd name="T10" fmla="*/ 46 w 330"/>
                <a:gd name="T11" fmla="*/ 0 h 164"/>
                <a:gd name="T12" fmla="*/ 284 w 330"/>
                <a:gd name="T13" fmla="*/ 0 h 164"/>
                <a:gd name="T14" fmla="*/ 330 w 330"/>
                <a:gd name="T15" fmla="*/ 45 h 164"/>
                <a:gd name="T16" fmla="*/ 330 w 330"/>
                <a:gd name="T17" fmla="*/ 118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" h="164">
                  <a:moveTo>
                    <a:pt x="330" y="118"/>
                  </a:moveTo>
                  <a:cubicBezTo>
                    <a:pt x="330" y="144"/>
                    <a:pt x="309" y="164"/>
                    <a:pt x="284" y="164"/>
                  </a:cubicBezTo>
                  <a:cubicBezTo>
                    <a:pt x="46" y="164"/>
                    <a:pt x="46" y="164"/>
                    <a:pt x="46" y="164"/>
                  </a:cubicBezTo>
                  <a:cubicBezTo>
                    <a:pt x="20" y="164"/>
                    <a:pt x="0" y="144"/>
                    <a:pt x="0" y="118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20"/>
                    <a:pt x="20" y="0"/>
                    <a:pt x="46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309" y="0"/>
                    <a:pt x="330" y="20"/>
                    <a:pt x="330" y="45"/>
                  </a:cubicBezTo>
                  <a:lnTo>
                    <a:pt x="330" y="11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Freeform 72"/>
            <p:cNvSpPr/>
            <p:nvPr/>
          </p:nvSpPr>
          <p:spPr bwMode="auto">
            <a:xfrm>
              <a:off x="7612063" y="-623888"/>
              <a:ext cx="808038" cy="809625"/>
            </a:xfrm>
            <a:custGeom>
              <a:avLst/>
              <a:gdLst>
                <a:gd name="T0" fmla="*/ 187 w 190"/>
                <a:gd name="T1" fmla="*/ 160 h 190"/>
                <a:gd name="T2" fmla="*/ 107 w 190"/>
                <a:gd name="T3" fmla="*/ 103 h 190"/>
                <a:gd name="T4" fmla="*/ 25 w 190"/>
                <a:gd name="T5" fmla="*/ 26 h 190"/>
                <a:gd name="T6" fmla="*/ 96 w 190"/>
                <a:gd name="T7" fmla="*/ 115 h 190"/>
                <a:gd name="T8" fmla="*/ 172 w 190"/>
                <a:gd name="T9" fmla="*/ 178 h 190"/>
                <a:gd name="T10" fmla="*/ 102 w 190"/>
                <a:gd name="T11" fmla="*/ 184 h 190"/>
                <a:gd name="T12" fmla="*/ 25 w 190"/>
                <a:gd name="T13" fmla="*/ 74 h 190"/>
                <a:gd name="T14" fmla="*/ 0 w 190"/>
                <a:gd name="T15" fmla="*/ 0 h 190"/>
                <a:gd name="T16" fmla="*/ 81 w 190"/>
                <a:gd name="T17" fmla="*/ 29 h 190"/>
                <a:gd name="T18" fmla="*/ 185 w 190"/>
                <a:gd name="T19" fmla="*/ 105 h 190"/>
                <a:gd name="T20" fmla="*/ 187 w 190"/>
                <a:gd name="T21" fmla="*/ 16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0" h="190">
                  <a:moveTo>
                    <a:pt x="187" y="160"/>
                  </a:moveTo>
                  <a:cubicBezTo>
                    <a:pt x="186" y="165"/>
                    <a:pt x="144" y="134"/>
                    <a:pt x="107" y="103"/>
                  </a:cubicBezTo>
                  <a:cubicBezTo>
                    <a:pt x="64" y="66"/>
                    <a:pt x="25" y="26"/>
                    <a:pt x="25" y="26"/>
                  </a:cubicBezTo>
                  <a:cubicBezTo>
                    <a:pt x="25" y="26"/>
                    <a:pt x="56" y="74"/>
                    <a:pt x="96" y="115"/>
                  </a:cubicBezTo>
                  <a:cubicBezTo>
                    <a:pt x="130" y="149"/>
                    <a:pt x="175" y="177"/>
                    <a:pt x="172" y="178"/>
                  </a:cubicBezTo>
                  <a:cubicBezTo>
                    <a:pt x="159" y="181"/>
                    <a:pt x="134" y="190"/>
                    <a:pt x="102" y="184"/>
                  </a:cubicBezTo>
                  <a:cubicBezTo>
                    <a:pt x="54" y="174"/>
                    <a:pt x="28" y="113"/>
                    <a:pt x="25" y="74"/>
                  </a:cubicBezTo>
                  <a:cubicBezTo>
                    <a:pt x="21" y="35"/>
                    <a:pt x="0" y="0"/>
                    <a:pt x="0" y="0"/>
                  </a:cubicBezTo>
                  <a:cubicBezTo>
                    <a:pt x="0" y="0"/>
                    <a:pt x="43" y="30"/>
                    <a:pt x="81" y="29"/>
                  </a:cubicBezTo>
                  <a:cubicBezTo>
                    <a:pt x="141" y="28"/>
                    <a:pt x="175" y="58"/>
                    <a:pt x="185" y="105"/>
                  </a:cubicBezTo>
                  <a:cubicBezTo>
                    <a:pt x="190" y="130"/>
                    <a:pt x="189" y="149"/>
                    <a:pt x="187" y="160"/>
                  </a:cubicBez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base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00000" y="6200000"/>
            <a:ext cx="8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【流程配图建议】连接页截图、地图工具截图、3D任务规划截图、AI检测结果截图（均从项目运行界面截取）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 rot="1140000">
            <a:off x="3606640" y="2263140"/>
            <a:ext cx="1203960" cy="2011680"/>
            <a:chOff x="5853" y="3564"/>
            <a:chExt cx="1896" cy="3168"/>
          </a:xfrm>
        </p:grpSpPr>
        <p:sp>
          <p:nvSpPr>
            <p:cNvPr id="4" name="圆角矩形 3"/>
            <p:cNvSpPr/>
            <p:nvPr/>
          </p:nvSpPr>
          <p:spPr>
            <a:xfrm>
              <a:off x="5853" y="3564"/>
              <a:ext cx="1896" cy="3168"/>
            </a:xfrm>
            <a:prstGeom prst="roundRect">
              <a:avLst>
                <a:gd name="adj" fmla="val 11603"/>
              </a:avLst>
            </a:prstGeom>
            <a:solidFill>
              <a:schemeClr val="bg1"/>
            </a:solidFill>
            <a:ln w="317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013" y="3862"/>
              <a:ext cx="1541" cy="2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>
                  <a:solidFill>
                    <a:srgbClr val="085078"/>
                  </a:solidFill>
                  <a:latin typeface="Impact" panose="020B0806030902050204" pitchFamily="34" charset="0"/>
                  <a:ea typeface="微软雅黑" panose="020B0503020204020204" pitchFamily="34" charset="-122"/>
                </a:rPr>
                <a:t>3</a:t>
              </a:r>
              <a:endParaRPr lang="en-US" altLang="zh-CN" sz="9600" dirty="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" name="直接连接符 5"/>
          <p:cNvCxnSpPr/>
          <p:nvPr/>
        </p:nvCxnSpPr>
        <p:spPr>
          <a:xfrm>
            <a:off x="5269636" y="3331724"/>
            <a:ext cx="324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269635" y="2788505"/>
            <a:ext cx="324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t>技术实现与功能落地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72564" y="3423164"/>
            <a:ext cx="3312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Technical practice and</a:t>
            </a:r>
          </a:p>
          <a:p>
            <a:pPr lvl="0">
              <a:defRPr/>
            </a:pPr>
            <a:r>
              <a:rPr lang="en-US" altLang="zh-CN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application of results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关键技术点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3854794" y="2107117"/>
            <a:ext cx="4495612" cy="3201850"/>
            <a:chOff x="5753" y="4166"/>
            <a:chExt cx="6423" cy="3015"/>
          </a:xfrm>
        </p:grpSpPr>
        <p:sp>
          <p:nvSpPr>
            <p:cNvPr id="8" name="圆角矩形 2"/>
            <p:cNvSpPr/>
            <p:nvPr/>
          </p:nvSpPr>
          <p:spPr>
            <a:xfrm>
              <a:off x="5753" y="4166"/>
              <a:ext cx="3015" cy="3015"/>
            </a:xfrm>
            <a:prstGeom prst="roundRect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圆角矩形 3"/>
            <p:cNvSpPr/>
            <p:nvPr/>
          </p:nvSpPr>
          <p:spPr>
            <a:xfrm>
              <a:off x="9161" y="4166"/>
              <a:ext cx="3015" cy="301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91503" y="1105866"/>
            <a:ext cx="2412645" cy="1476279"/>
            <a:chOff x="343" y="1266"/>
            <a:chExt cx="4053" cy="2480"/>
          </a:xfrm>
        </p:grpSpPr>
        <p:sp>
          <p:nvSpPr>
            <p:cNvPr id="11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91503" y="2976812"/>
            <a:ext cx="2412645" cy="1476279"/>
            <a:chOff x="343" y="1266"/>
            <a:chExt cx="4053" cy="2480"/>
          </a:xfrm>
        </p:grpSpPr>
        <p:sp>
          <p:nvSpPr>
            <p:cNvPr id="14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91503" y="4847757"/>
            <a:ext cx="2412645" cy="1476279"/>
            <a:chOff x="343" y="1266"/>
            <a:chExt cx="4053" cy="2480"/>
          </a:xfrm>
        </p:grpSpPr>
        <p:sp>
          <p:nvSpPr>
            <p:cNvPr id="17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004148" y="1762453"/>
            <a:ext cx="847670" cy="3935355"/>
            <a:chOff x="4396" y="2369"/>
            <a:chExt cx="1424" cy="6611"/>
          </a:xfrm>
        </p:grpSpPr>
        <p:sp>
          <p:nvSpPr>
            <p:cNvPr id="20" name="椭圆 19"/>
            <p:cNvSpPr/>
            <p:nvPr/>
          </p:nvSpPr>
          <p:spPr>
            <a:xfrm>
              <a:off x="4396" y="2369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5303" y="2480"/>
              <a:ext cx="0" cy="635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4721" y="2498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721" y="8817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4743" y="5637"/>
              <a:ext cx="107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4418" y="5495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4418" y="8655"/>
              <a:ext cx="325" cy="325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7" name="组合 26"/>
          <p:cNvGrpSpPr/>
          <p:nvPr/>
        </p:nvGrpSpPr>
        <p:grpSpPr>
          <a:xfrm flipH="1">
            <a:off x="8340183" y="1762453"/>
            <a:ext cx="847670" cy="3935355"/>
            <a:chOff x="4396" y="2369"/>
            <a:chExt cx="1424" cy="6611"/>
          </a:xfrm>
        </p:grpSpPr>
        <p:sp>
          <p:nvSpPr>
            <p:cNvPr id="28" name="椭圆 27"/>
            <p:cNvSpPr/>
            <p:nvPr/>
          </p:nvSpPr>
          <p:spPr>
            <a:xfrm>
              <a:off x="4396" y="2369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303" y="2480"/>
              <a:ext cx="0" cy="6355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4721" y="2498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4721" y="8817"/>
              <a:ext cx="56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4743" y="5637"/>
              <a:ext cx="107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4418" y="5495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4418" y="8655"/>
              <a:ext cx="325" cy="3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187853" y="1259447"/>
            <a:ext cx="2412645" cy="1476279"/>
            <a:chOff x="343" y="1266"/>
            <a:chExt cx="4053" cy="2480"/>
          </a:xfrm>
        </p:grpSpPr>
        <p:sp>
          <p:nvSpPr>
            <p:cNvPr id="36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37" name="文本框 36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9187853" y="3130392"/>
            <a:ext cx="2412645" cy="1476279"/>
            <a:chOff x="343" y="1266"/>
            <a:chExt cx="4053" cy="2480"/>
          </a:xfrm>
        </p:grpSpPr>
        <p:sp>
          <p:nvSpPr>
            <p:cNvPr id="39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9187853" y="5001338"/>
            <a:ext cx="2412645" cy="1476279"/>
            <a:chOff x="343" y="1266"/>
            <a:chExt cx="4053" cy="2480"/>
          </a:xfrm>
        </p:grpSpPr>
        <p:sp>
          <p:nvSpPr>
            <p:cNvPr id="42" name="文本"/>
            <p:cNvSpPr txBox="1"/>
            <p:nvPr/>
          </p:nvSpPr>
          <p:spPr>
            <a:xfrm>
              <a:off x="343" y="1781"/>
              <a:ext cx="4053" cy="196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lIns="91440" tIns="45720" rIns="91440" bIns="4572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/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单击此处可编辑内容，根据您的需要自由拉伸文本框大小。单击此处可编辑内容，根据您的需要自由拉伸文本框大小。</a:t>
              </a:r>
            </a:p>
          </p:txBody>
        </p:sp>
        <p:sp>
          <p:nvSpPr>
            <p:cNvPr id="43" name="文本框 42"/>
            <p:cNvSpPr txBox="1"/>
            <p:nvPr/>
          </p:nvSpPr>
          <p:spPr>
            <a:xfrm flipH="1">
              <a:off x="343" y="1266"/>
              <a:ext cx="3312" cy="672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algn="l"/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</p:grpSp>
      <p:sp>
        <p:nvSpPr>
          <p:cNvPr id="44" name="文本"/>
          <p:cNvSpPr txBox="1"/>
          <p:nvPr/>
        </p:nvSpPr>
        <p:spPr>
          <a:xfrm>
            <a:off x="3967301" y="4052471"/>
            <a:ext cx="1876899" cy="73866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t>连接/订阅/发布/心跳机制，保障在线控制稳定性。</a:t>
            </a:r>
          </a:p>
        </p:txBody>
      </p:sp>
      <p:sp>
        <p:nvSpPr>
          <p:cNvPr id="45" name="文本框 44"/>
          <p:cNvSpPr txBox="1"/>
          <p:nvPr/>
        </p:nvSpPr>
        <p:spPr>
          <a:xfrm flipH="1">
            <a:off x="3967301" y="3614945"/>
            <a:ext cx="1876899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ROS 实时通信</a:t>
            </a:r>
          </a:p>
        </p:txBody>
      </p:sp>
      <p:sp>
        <p:nvSpPr>
          <p:cNvPr id="46" name="文本"/>
          <p:cNvSpPr txBox="1"/>
          <p:nvPr/>
        </p:nvSpPr>
        <p:spPr>
          <a:xfrm>
            <a:off x="6356730" y="4072711"/>
            <a:ext cx="1876899" cy="738664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lIns="91440" tIns="45720" rIns="91440" bIns="4572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/>
            <a:r>
              <a:t>上传、下载、编辑、下发一体化，支持大文件进度。</a:t>
            </a:r>
          </a:p>
        </p:txBody>
      </p:sp>
      <p:sp>
        <p:nvSpPr>
          <p:cNvPr id="47" name="文本框 46"/>
          <p:cNvSpPr txBox="1"/>
          <p:nvPr/>
        </p:nvSpPr>
        <p:spPr>
          <a:xfrm flipH="1">
            <a:off x="6356730" y="3635185"/>
            <a:ext cx="1876899" cy="52322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rgbClr val="367F8A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KEY WORD</a:t>
            </a:r>
          </a:p>
        </p:txBody>
      </p:sp>
      <p:sp>
        <p:nvSpPr>
          <p:cNvPr id="48" name="喇叭"/>
          <p:cNvSpPr>
            <a:spLocks noEditPoints="1"/>
          </p:cNvSpPr>
          <p:nvPr/>
        </p:nvSpPr>
        <p:spPr>
          <a:xfrm>
            <a:off x="4537574" y="2689890"/>
            <a:ext cx="710162" cy="831598"/>
          </a:xfrm>
          <a:custGeom>
            <a:avLst/>
            <a:gdLst/>
            <a:ahLst/>
            <a:cxnLst>
              <a:cxn ang="0">
                <a:pos x="313077" y="111159"/>
              </a:cxn>
              <a:cxn ang="0">
                <a:pos x="293510" y="137315"/>
              </a:cxn>
              <a:cxn ang="0">
                <a:pos x="293510" y="202702"/>
              </a:cxn>
              <a:cxn ang="0">
                <a:pos x="273942" y="228858"/>
              </a:cxn>
              <a:cxn ang="0">
                <a:pos x="130449" y="156931"/>
              </a:cxn>
              <a:cxn ang="0">
                <a:pos x="117404" y="202702"/>
              </a:cxn>
              <a:cxn ang="0">
                <a:pos x="136971" y="255013"/>
              </a:cxn>
              <a:cxn ang="0">
                <a:pos x="65224" y="261551"/>
              </a:cxn>
              <a:cxn ang="0">
                <a:pos x="52180" y="156931"/>
              </a:cxn>
              <a:cxn ang="0">
                <a:pos x="32612" y="156931"/>
              </a:cxn>
              <a:cxn ang="0">
                <a:pos x="0" y="130776"/>
              </a:cxn>
              <a:cxn ang="0">
                <a:pos x="0" y="98082"/>
              </a:cxn>
              <a:cxn ang="0">
                <a:pos x="32612" y="71927"/>
              </a:cxn>
              <a:cxn ang="0">
                <a:pos x="110881" y="71927"/>
              </a:cxn>
              <a:cxn ang="0">
                <a:pos x="273942" y="0"/>
              </a:cxn>
              <a:cxn ang="0">
                <a:pos x="293510" y="26155"/>
              </a:cxn>
              <a:cxn ang="0">
                <a:pos x="293510" y="91543"/>
              </a:cxn>
              <a:cxn ang="0">
                <a:pos x="313077" y="111159"/>
              </a:cxn>
              <a:cxn ang="0">
                <a:pos x="273942" y="32694"/>
              </a:cxn>
              <a:cxn ang="0">
                <a:pos x="136971" y="91543"/>
              </a:cxn>
              <a:cxn ang="0">
                <a:pos x="136971" y="137315"/>
              </a:cxn>
              <a:cxn ang="0">
                <a:pos x="273942" y="196164"/>
              </a:cxn>
              <a:cxn ang="0">
                <a:pos x="273942" y="32694"/>
              </a:cxn>
            </a:cxnLst>
            <a:rect l="0" t="0" r="0" b="0"/>
            <a:pathLst>
              <a:path w="48" h="42">
                <a:moveTo>
                  <a:pt x="48" y="17"/>
                </a:moveTo>
                <a:cubicBezTo>
                  <a:pt x="48" y="19"/>
                  <a:pt x="47" y="21"/>
                  <a:pt x="45" y="21"/>
                </a:cubicBezTo>
                <a:cubicBezTo>
                  <a:pt x="45" y="31"/>
                  <a:pt x="45" y="31"/>
                  <a:pt x="45" y="31"/>
                </a:cubicBezTo>
                <a:cubicBezTo>
                  <a:pt x="45" y="33"/>
                  <a:pt x="43" y="35"/>
                  <a:pt x="42" y="35"/>
                </a:cubicBezTo>
                <a:cubicBezTo>
                  <a:pt x="37" y="31"/>
                  <a:pt x="29" y="25"/>
                  <a:pt x="20" y="24"/>
                </a:cubicBezTo>
                <a:cubicBezTo>
                  <a:pt x="17" y="25"/>
                  <a:pt x="15" y="29"/>
                  <a:pt x="18" y="31"/>
                </a:cubicBezTo>
                <a:cubicBezTo>
                  <a:pt x="16" y="34"/>
                  <a:pt x="18" y="37"/>
                  <a:pt x="21" y="39"/>
                </a:cubicBezTo>
                <a:cubicBezTo>
                  <a:pt x="19" y="42"/>
                  <a:pt x="12" y="42"/>
                  <a:pt x="10" y="40"/>
                </a:cubicBezTo>
                <a:cubicBezTo>
                  <a:pt x="8" y="35"/>
                  <a:pt x="6" y="30"/>
                  <a:pt x="8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2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5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28" y="11"/>
                  <a:pt x="36" y="5"/>
                  <a:pt x="42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14"/>
                  <a:pt x="45" y="14"/>
                  <a:pt x="45" y="14"/>
                </a:cubicBezTo>
                <a:cubicBezTo>
                  <a:pt x="47" y="14"/>
                  <a:pt x="48" y="16"/>
                  <a:pt x="48" y="17"/>
                </a:cubicBezTo>
                <a:close/>
                <a:moveTo>
                  <a:pt x="42" y="5"/>
                </a:moveTo>
                <a:cubicBezTo>
                  <a:pt x="35" y="10"/>
                  <a:pt x="28" y="13"/>
                  <a:pt x="21" y="14"/>
                </a:cubicBezTo>
                <a:cubicBezTo>
                  <a:pt x="21" y="21"/>
                  <a:pt x="21" y="21"/>
                  <a:pt x="21" y="21"/>
                </a:cubicBezTo>
                <a:cubicBezTo>
                  <a:pt x="28" y="22"/>
                  <a:pt x="35" y="25"/>
                  <a:pt x="42" y="30"/>
                </a:cubicBezTo>
                <a:lnTo>
                  <a:pt x="42" y="5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链条"/>
          <p:cNvSpPr>
            <a:spLocks noEditPoints="1"/>
          </p:cNvSpPr>
          <p:nvPr/>
        </p:nvSpPr>
        <p:spPr>
          <a:xfrm>
            <a:off x="6801400" y="2689890"/>
            <a:ext cx="832193" cy="832193"/>
          </a:xfrm>
          <a:custGeom>
            <a:avLst/>
            <a:gdLst/>
            <a:ahLst/>
            <a:cxnLst>
              <a:cxn ang="0">
                <a:pos x="266141" y="246668"/>
              </a:cxn>
              <a:cxn ang="0">
                <a:pos x="246668" y="272633"/>
              </a:cxn>
              <a:cxn ang="0">
                <a:pos x="207720" y="285615"/>
              </a:cxn>
              <a:cxn ang="0">
                <a:pos x="175264" y="272633"/>
              </a:cxn>
              <a:cxn ang="0">
                <a:pos x="136316" y="233685"/>
              </a:cxn>
              <a:cxn ang="0">
                <a:pos x="123334" y="201229"/>
              </a:cxn>
              <a:cxn ang="0">
                <a:pos x="136316" y="162281"/>
              </a:cxn>
              <a:cxn ang="0">
                <a:pos x="123334" y="149299"/>
              </a:cxn>
              <a:cxn ang="0">
                <a:pos x="84386" y="162281"/>
              </a:cxn>
              <a:cxn ang="0">
                <a:pos x="51930" y="149299"/>
              </a:cxn>
              <a:cxn ang="0">
                <a:pos x="12983" y="110351"/>
              </a:cxn>
              <a:cxn ang="0">
                <a:pos x="0" y="77895"/>
              </a:cxn>
              <a:cxn ang="0">
                <a:pos x="12983" y="38948"/>
              </a:cxn>
              <a:cxn ang="0">
                <a:pos x="38948" y="12983"/>
              </a:cxn>
              <a:cxn ang="0">
                <a:pos x="77895" y="0"/>
              </a:cxn>
              <a:cxn ang="0">
                <a:pos x="110351" y="12983"/>
              </a:cxn>
              <a:cxn ang="0">
                <a:pos x="149299" y="51930"/>
              </a:cxn>
              <a:cxn ang="0">
                <a:pos x="162281" y="84386"/>
              </a:cxn>
              <a:cxn ang="0">
                <a:pos x="149299" y="123334"/>
              </a:cxn>
              <a:cxn ang="0">
                <a:pos x="162281" y="136316"/>
              </a:cxn>
              <a:cxn ang="0">
                <a:pos x="194738" y="123334"/>
              </a:cxn>
              <a:cxn ang="0">
                <a:pos x="233685" y="136316"/>
              </a:cxn>
              <a:cxn ang="0">
                <a:pos x="272633" y="175264"/>
              </a:cxn>
              <a:cxn ang="0">
                <a:pos x="285615" y="207720"/>
              </a:cxn>
              <a:cxn ang="0">
                <a:pos x="266141" y="246668"/>
              </a:cxn>
              <a:cxn ang="0">
                <a:pos x="123334" y="77895"/>
              </a:cxn>
              <a:cxn ang="0">
                <a:pos x="90878" y="38948"/>
              </a:cxn>
              <a:cxn ang="0">
                <a:pos x="77895" y="32456"/>
              </a:cxn>
              <a:cxn ang="0">
                <a:pos x="64913" y="38948"/>
              </a:cxn>
              <a:cxn ang="0">
                <a:pos x="38948" y="64913"/>
              </a:cxn>
              <a:cxn ang="0">
                <a:pos x="32456" y="77895"/>
              </a:cxn>
              <a:cxn ang="0">
                <a:pos x="38948" y="84386"/>
              </a:cxn>
              <a:cxn ang="0">
                <a:pos x="77895" y="123334"/>
              </a:cxn>
              <a:cxn ang="0">
                <a:pos x="84386" y="129825"/>
              </a:cxn>
              <a:cxn ang="0">
                <a:pos x="97369" y="123334"/>
              </a:cxn>
              <a:cxn ang="0">
                <a:pos x="84386" y="103860"/>
              </a:cxn>
              <a:cxn ang="0">
                <a:pos x="103860" y="84386"/>
              </a:cxn>
              <a:cxn ang="0">
                <a:pos x="123334" y="97369"/>
              </a:cxn>
              <a:cxn ang="0">
                <a:pos x="129825" y="84386"/>
              </a:cxn>
              <a:cxn ang="0">
                <a:pos x="123334" y="77895"/>
              </a:cxn>
              <a:cxn ang="0">
                <a:pos x="246668" y="194738"/>
              </a:cxn>
              <a:cxn ang="0">
                <a:pos x="207720" y="162281"/>
              </a:cxn>
              <a:cxn ang="0">
                <a:pos x="194738" y="155790"/>
              </a:cxn>
              <a:cxn ang="0">
                <a:pos x="188246" y="162281"/>
              </a:cxn>
              <a:cxn ang="0">
                <a:pos x="194738" y="181755"/>
              </a:cxn>
              <a:cxn ang="0">
                <a:pos x="181755" y="201229"/>
              </a:cxn>
              <a:cxn ang="0">
                <a:pos x="162281" y="188246"/>
              </a:cxn>
              <a:cxn ang="0">
                <a:pos x="155790" y="201229"/>
              </a:cxn>
              <a:cxn ang="0">
                <a:pos x="162281" y="207720"/>
              </a:cxn>
              <a:cxn ang="0">
                <a:pos x="194738" y="246668"/>
              </a:cxn>
              <a:cxn ang="0">
                <a:pos x="207720" y="253159"/>
              </a:cxn>
              <a:cxn ang="0">
                <a:pos x="220703" y="246668"/>
              </a:cxn>
              <a:cxn ang="0">
                <a:pos x="246668" y="220703"/>
              </a:cxn>
              <a:cxn ang="0">
                <a:pos x="253159" y="207720"/>
              </a:cxn>
              <a:cxn ang="0">
                <a:pos x="246668" y="194738"/>
              </a:cxn>
            </a:cxnLst>
            <a:rect l="0" t="0" r="0" b="0"/>
            <a:pathLst>
              <a:path w="44" h="44">
                <a:moveTo>
                  <a:pt x="41" y="38"/>
                </a:moveTo>
                <a:cubicBezTo>
                  <a:pt x="38" y="42"/>
                  <a:pt x="38" y="42"/>
                  <a:pt x="38" y="42"/>
                </a:cubicBezTo>
                <a:cubicBezTo>
                  <a:pt x="36" y="43"/>
                  <a:pt x="34" y="44"/>
                  <a:pt x="32" y="44"/>
                </a:cubicBezTo>
                <a:cubicBezTo>
                  <a:pt x="30" y="44"/>
                  <a:pt x="28" y="43"/>
                  <a:pt x="27" y="42"/>
                </a:cubicBezTo>
                <a:cubicBezTo>
                  <a:pt x="21" y="36"/>
                  <a:pt x="21" y="36"/>
                  <a:pt x="21" y="36"/>
                </a:cubicBezTo>
                <a:cubicBezTo>
                  <a:pt x="20" y="35"/>
                  <a:pt x="19" y="33"/>
                  <a:pt x="19" y="31"/>
                </a:cubicBezTo>
                <a:cubicBezTo>
                  <a:pt x="19" y="28"/>
                  <a:pt x="20" y="26"/>
                  <a:pt x="21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7" y="24"/>
                  <a:pt x="15" y="25"/>
                  <a:pt x="13" y="25"/>
                </a:cubicBezTo>
                <a:cubicBezTo>
                  <a:pt x="11" y="25"/>
                  <a:pt x="9" y="24"/>
                  <a:pt x="8" y="23"/>
                </a:cubicBezTo>
                <a:cubicBezTo>
                  <a:pt x="2" y="17"/>
                  <a:pt x="2" y="17"/>
                  <a:pt x="2" y="17"/>
                </a:cubicBezTo>
                <a:cubicBezTo>
                  <a:pt x="1" y="16"/>
                  <a:pt x="0" y="14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2" y="0"/>
                </a:cubicBezTo>
                <a:cubicBezTo>
                  <a:pt x="14" y="0"/>
                  <a:pt x="16" y="1"/>
                  <a:pt x="17" y="2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9"/>
                  <a:pt x="25" y="11"/>
                  <a:pt x="25" y="13"/>
                </a:cubicBezTo>
                <a:cubicBezTo>
                  <a:pt x="25" y="15"/>
                  <a:pt x="24" y="17"/>
                  <a:pt x="23" y="19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0"/>
                  <a:pt x="28" y="19"/>
                  <a:pt x="30" y="19"/>
                </a:cubicBezTo>
                <a:cubicBezTo>
                  <a:pt x="33" y="19"/>
                  <a:pt x="35" y="20"/>
                  <a:pt x="36" y="21"/>
                </a:cubicBezTo>
                <a:cubicBezTo>
                  <a:pt x="42" y="27"/>
                  <a:pt x="42" y="27"/>
                  <a:pt x="42" y="27"/>
                </a:cubicBezTo>
                <a:cubicBezTo>
                  <a:pt x="43" y="28"/>
                  <a:pt x="44" y="30"/>
                  <a:pt x="44" y="32"/>
                </a:cubicBezTo>
                <a:cubicBezTo>
                  <a:pt x="44" y="34"/>
                  <a:pt x="43" y="36"/>
                  <a:pt x="41" y="38"/>
                </a:cubicBezTo>
                <a:close/>
                <a:moveTo>
                  <a:pt x="19" y="12"/>
                </a:moveTo>
                <a:cubicBezTo>
                  <a:pt x="14" y="6"/>
                  <a:pt x="14" y="6"/>
                  <a:pt x="14" y="6"/>
                </a:cubicBezTo>
                <a:cubicBezTo>
                  <a:pt x="13" y="5"/>
                  <a:pt x="12" y="5"/>
                  <a:pt x="12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6" y="10"/>
                  <a:pt x="6" y="10"/>
                  <a:pt x="6" y="10"/>
                </a:cubicBezTo>
                <a:cubicBezTo>
                  <a:pt x="5" y="10"/>
                  <a:pt x="5" y="11"/>
                  <a:pt x="5" y="12"/>
                </a:cubicBezTo>
                <a:cubicBezTo>
                  <a:pt x="5" y="12"/>
                  <a:pt x="5" y="13"/>
                  <a:pt x="6" y="13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20"/>
                  <a:pt x="13" y="20"/>
                  <a:pt x="13" y="20"/>
                </a:cubicBezTo>
                <a:cubicBezTo>
                  <a:pt x="14" y="20"/>
                  <a:pt x="15" y="20"/>
                  <a:pt x="15" y="19"/>
                </a:cubicBezTo>
                <a:cubicBezTo>
                  <a:pt x="14" y="18"/>
                  <a:pt x="13" y="17"/>
                  <a:pt x="13" y="16"/>
                </a:cubicBezTo>
                <a:cubicBezTo>
                  <a:pt x="13" y="15"/>
                  <a:pt x="14" y="13"/>
                  <a:pt x="16" y="13"/>
                </a:cubicBezTo>
                <a:cubicBezTo>
                  <a:pt x="17" y="13"/>
                  <a:pt x="18" y="14"/>
                  <a:pt x="19" y="15"/>
                </a:cubicBezTo>
                <a:cubicBezTo>
                  <a:pt x="19" y="15"/>
                  <a:pt x="20" y="14"/>
                  <a:pt x="20" y="13"/>
                </a:cubicBezTo>
                <a:cubicBezTo>
                  <a:pt x="20" y="13"/>
                  <a:pt x="20" y="12"/>
                  <a:pt x="19" y="12"/>
                </a:cubicBezTo>
                <a:close/>
                <a:moveTo>
                  <a:pt x="38" y="30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4"/>
                  <a:pt x="31" y="24"/>
                  <a:pt x="30" y="24"/>
                </a:cubicBezTo>
                <a:cubicBezTo>
                  <a:pt x="30" y="24"/>
                  <a:pt x="29" y="24"/>
                  <a:pt x="29" y="25"/>
                </a:cubicBezTo>
                <a:cubicBezTo>
                  <a:pt x="29" y="26"/>
                  <a:pt x="30" y="27"/>
                  <a:pt x="30" y="28"/>
                </a:cubicBezTo>
                <a:cubicBezTo>
                  <a:pt x="30" y="29"/>
                  <a:pt x="29" y="31"/>
                  <a:pt x="28" y="31"/>
                </a:cubicBezTo>
                <a:cubicBezTo>
                  <a:pt x="27" y="31"/>
                  <a:pt x="26" y="29"/>
                  <a:pt x="25" y="29"/>
                </a:cubicBezTo>
                <a:cubicBezTo>
                  <a:pt x="24" y="29"/>
                  <a:pt x="24" y="30"/>
                  <a:pt x="24" y="31"/>
                </a:cubicBezTo>
                <a:cubicBezTo>
                  <a:pt x="24" y="31"/>
                  <a:pt x="24" y="32"/>
                  <a:pt x="25" y="32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8"/>
                  <a:pt x="31" y="39"/>
                  <a:pt x="32" y="39"/>
                </a:cubicBezTo>
                <a:cubicBezTo>
                  <a:pt x="33" y="39"/>
                  <a:pt x="33" y="38"/>
                  <a:pt x="34" y="38"/>
                </a:cubicBezTo>
                <a:cubicBezTo>
                  <a:pt x="38" y="34"/>
                  <a:pt x="38" y="34"/>
                  <a:pt x="38" y="34"/>
                </a:cubicBezTo>
                <a:cubicBezTo>
                  <a:pt x="38" y="34"/>
                  <a:pt x="39" y="33"/>
                  <a:pt x="39" y="32"/>
                </a:cubicBezTo>
                <a:cubicBezTo>
                  <a:pt x="39" y="32"/>
                  <a:pt x="38" y="31"/>
                  <a:pt x="38" y="30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实践难点与解决方案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对话框"/>
          <p:cNvSpPr/>
          <p:nvPr/>
        </p:nvSpPr>
        <p:spPr bwMode="auto">
          <a:xfrm flipV="1">
            <a:off x="3750310" y="145033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85078"/>
            </a:solidFill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8" name="对话框"/>
          <p:cNvSpPr/>
          <p:nvPr/>
        </p:nvSpPr>
        <p:spPr bwMode="auto">
          <a:xfrm>
            <a:off x="2914015" y="322833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9" name="对话框"/>
          <p:cNvSpPr/>
          <p:nvPr/>
        </p:nvSpPr>
        <p:spPr bwMode="auto">
          <a:xfrm flipH="1" flipV="1">
            <a:off x="5800090" y="1021077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0" name="对话框"/>
          <p:cNvSpPr/>
          <p:nvPr/>
        </p:nvSpPr>
        <p:spPr bwMode="auto">
          <a:xfrm>
            <a:off x="4812030" y="3896992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chemeClr val="bg1"/>
          </a:solidFill>
          <a:ln>
            <a:solidFill>
              <a:srgbClr val="085078"/>
            </a:solidFill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1" name="对话框"/>
          <p:cNvSpPr/>
          <p:nvPr/>
        </p:nvSpPr>
        <p:spPr bwMode="auto">
          <a:xfrm flipH="1">
            <a:off x="6588760" y="2910202"/>
            <a:ext cx="1898015" cy="1654810"/>
          </a:xfrm>
          <a:custGeom>
            <a:avLst/>
            <a:gdLst>
              <a:gd name="T0" fmla="*/ 2147483646 w 12189"/>
              <a:gd name="T1" fmla="*/ 2147483646 h 8297"/>
              <a:gd name="T2" fmla="*/ 2147483646 w 12189"/>
              <a:gd name="T3" fmla="*/ 2147483646 h 8297"/>
              <a:gd name="T4" fmla="*/ 2147483646 w 12189"/>
              <a:gd name="T5" fmla="*/ 2147483646 h 8297"/>
              <a:gd name="T6" fmla="*/ 2147483646 w 12189"/>
              <a:gd name="T7" fmla="*/ 2147483646 h 8297"/>
              <a:gd name="T8" fmla="*/ 2147483646 w 12189"/>
              <a:gd name="T9" fmla="*/ 2147483646 h 8297"/>
              <a:gd name="T10" fmla="*/ 2147483646 w 12189"/>
              <a:gd name="T11" fmla="*/ 2147483646 h 8297"/>
              <a:gd name="T12" fmla="*/ 2147483646 w 12189"/>
              <a:gd name="T13" fmla="*/ 2147483646 h 8297"/>
              <a:gd name="T14" fmla="*/ 2147483646 w 12189"/>
              <a:gd name="T15" fmla="*/ 2147483646 h 8297"/>
              <a:gd name="T16" fmla="*/ 2147483646 w 12189"/>
              <a:gd name="T17" fmla="*/ 2147483646 h 8297"/>
              <a:gd name="T18" fmla="*/ 2147483646 w 12189"/>
              <a:gd name="T19" fmla="*/ 2147483646 h 8297"/>
              <a:gd name="T20" fmla="*/ 2147483646 w 12189"/>
              <a:gd name="T21" fmla="*/ 0 h 8297"/>
              <a:gd name="T22" fmla="*/ 2147483646 w 12189"/>
              <a:gd name="T23" fmla="*/ 2147483646 h 8297"/>
              <a:gd name="T24" fmla="*/ 2147483646 w 12189"/>
              <a:gd name="T25" fmla="*/ 2147483646 h 8297"/>
              <a:gd name="T26" fmla="*/ 2147483646 w 12189"/>
              <a:gd name="T27" fmla="*/ 2147483646 h 8297"/>
              <a:gd name="T28" fmla="*/ 2147483646 w 12189"/>
              <a:gd name="T29" fmla="*/ 2147483646 h 8297"/>
              <a:gd name="T30" fmla="*/ 2147483646 w 12189"/>
              <a:gd name="T31" fmla="*/ 2147483646 h 8297"/>
              <a:gd name="T32" fmla="*/ 2147483646 w 12189"/>
              <a:gd name="T33" fmla="*/ 2147483646 h 8297"/>
              <a:gd name="T34" fmla="*/ 2147483646 w 12189"/>
              <a:gd name="T35" fmla="*/ 2147483646 h 8297"/>
              <a:gd name="T36" fmla="*/ 2147483646 w 12189"/>
              <a:gd name="T37" fmla="*/ 2147483646 h 8297"/>
              <a:gd name="T38" fmla="*/ 2147483646 w 12189"/>
              <a:gd name="T39" fmla="*/ 2147483646 h 8297"/>
              <a:gd name="T40" fmla="*/ 2147483646 w 12189"/>
              <a:gd name="T41" fmla="*/ 2147483646 h 8297"/>
              <a:gd name="T42" fmla="*/ 0 w 12189"/>
              <a:gd name="T43" fmla="*/ 2147483646 h 8297"/>
              <a:gd name="T44" fmla="*/ 2147483646 w 12189"/>
              <a:gd name="T45" fmla="*/ 2147483646 h 8297"/>
              <a:gd name="T46" fmla="*/ 2147483646 w 12189"/>
              <a:gd name="T47" fmla="*/ 2147483646 h 8297"/>
              <a:gd name="T48" fmla="*/ 2147483646 w 12189"/>
              <a:gd name="T49" fmla="*/ 2147483646 h 8297"/>
              <a:gd name="T50" fmla="*/ 2147483646 w 12189"/>
              <a:gd name="T51" fmla="*/ 2147483646 h 8297"/>
              <a:gd name="T52" fmla="*/ 2147483646 w 12189"/>
              <a:gd name="T53" fmla="*/ 2147483646 h 8297"/>
              <a:gd name="T54" fmla="*/ 2147483646 w 12189"/>
              <a:gd name="T55" fmla="*/ 2147483646 h 8297"/>
              <a:gd name="T56" fmla="*/ 2147483646 w 12189"/>
              <a:gd name="T57" fmla="*/ 2147483646 h 8297"/>
              <a:gd name="T58" fmla="*/ 2147483646 w 12189"/>
              <a:gd name="T59" fmla="*/ 2147483646 h 8297"/>
              <a:gd name="T60" fmla="*/ 2147483646 w 12189"/>
              <a:gd name="T61" fmla="*/ 2147483646 h 8297"/>
              <a:gd name="T62" fmla="*/ 2147483646 w 12189"/>
              <a:gd name="T63" fmla="*/ 2147483646 h 8297"/>
              <a:gd name="T64" fmla="*/ 2147483646 w 12189"/>
              <a:gd name="T65" fmla="*/ 2147483646 h 8297"/>
              <a:gd name="T66" fmla="*/ 2147483646 w 12189"/>
              <a:gd name="T67" fmla="*/ 2147483646 h 8297"/>
              <a:gd name="T68" fmla="*/ 2147483646 w 12189"/>
              <a:gd name="T69" fmla="*/ 2147483646 h 8297"/>
              <a:gd name="T70" fmla="*/ 2147483646 w 12189"/>
              <a:gd name="T71" fmla="*/ 2147483646 h 8297"/>
              <a:gd name="T72" fmla="*/ 2147483646 w 12189"/>
              <a:gd name="T73" fmla="*/ 2147483646 h 8297"/>
              <a:gd name="T74" fmla="*/ 2147483646 w 12189"/>
              <a:gd name="T75" fmla="*/ 2147483646 h 8297"/>
              <a:gd name="T76" fmla="*/ 2147483646 w 12189"/>
              <a:gd name="T77" fmla="*/ 2147483646 h 8297"/>
              <a:gd name="T78" fmla="*/ 2147483646 w 12189"/>
              <a:gd name="T79" fmla="*/ 2147483646 h 8297"/>
              <a:gd name="T80" fmla="*/ 2147483646 w 12189"/>
              <a:gd name="T81" fmla="*/ 2147483646 h 8297"/>
              <a:gd name="T82" fmla="*/ 2147483646 w 12189"/>
              <a:gd name="T83" fmla="*/ 2147483646 h 8297"/>
              <a:gd name="T84" fmla="*/ 2147483646 w 12189"/>
              <a:gd name="T85" fmla="*/ 2147483646 h 8297"/>
              <a:gd name="T86" fmla="*/ 2147483646 w 12189"/>
              <a:gd name="T87" fmla="*/ 2147483646 h 8297"/>
              <a:gd name="T88" fmla="*/ 2147483646 w 12189"/>
              <a:gd name="T89" fmla="*/ 2147483646 h 8297"/>
              <a:gd name="T90" fmla="*/ 2147483646 w 12189"/>
              <a:gd name="T91" fmla="*/ 2147483646 h 8297"/>
              <a:gd name="T92" fmla="*/ 2147483646 w 12189"/>
              <a:gd name="T93" fmla="*/ 2147483646 h 8297"/>
              <a:gd name="T94" fmla="*/ 2147483646 w 12189"/>
              <a:gd name="T95" fmla="*/ 2147483646 h 8297"/>
              <a:gd name="T96" fmla="*/ 2147483646 w 12189"/>
              <a:gd name="T97" fmla="*/ 2147483646 h 8297"/>
              <a:gd name="T98" fmla="*/ 2147483646 w 12189"/>
              <a:gd name="T99" fmla="*/ 2147483646 h 8297"/>
              <a:gd name="T100" fmla="*/ 2147483646 w 12189"/>
              <a:gd name="T101" fmla="*/ 2147483646 h 8297"/>
              <a:gd name="T102" fmla="*/ 2147483646 w 12189"/>
              <a:gd name="T103" fmla="*/ 2147483646 h 8297"/>
              <a:gd name="T104" fmla="*/ 2147483646 w 12189"/>
              <a:gd name="T105" fmla="*/ 2147483646 h 8297"/>
              <a:gd name="T106" fmla="*/ 2147483646 w 12189"/>
              <a:gd name="T107" fmla="*/ 2147483646 h 8297"/>
              <a:gd name="T108" fmla="*/ 2147483646 w 12189"/>
              <a:gd name="T109" fmla="*/ 2147483646 h 8297"/>
              <a:gd name="T110" fmla="*/ 2147483646 w 12189"/>
              <a:gd name="T111" fmla="*/ 2147483646 h 8297"/>
              <a:gd name="T112" fmla="*/ 2147483646 w 12189"/>
              <a:gd name="T113" fmla="*/ 2147483646 h 8297"/>
              <a:gd name="T114" fmla="*/ 2147483646 w 12189"/>
              <a:gd name="T115" fmla="*/ 2147483646 h 8297"/>
              <a:gd name="T116" fmla="*/ 2147483646 w 12189"/>
              <a:gd name="T117" fmla="*/ 2147483646 h 8297"/>
              <a:gd name="T118" fmla="*/ 2147483646 w 12189"/>
              <a:gd name="T119" fmla="*/ 2147483646 h 8297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12189" h="8297">
                <a:moveTo>
                  <a:pt x="12189" y="3233"/>
                </a:moveTo>
                <a:lnTo>
                  <a:pt x="12189" y="3233"/>
                </a:lnTo>
                <a:lnTo>
                  <a:pt x="12186" y="3149"/>
                </a:lnTo>
                <a:lnTo>
                  <a:pt x="12183" y="3066"/>
                </a:lnTo>
                <a:lnTo>
                  <a:pt x="12177" y="2983"/>
                </a:lnTo>
                <a:lnTo>
                  <a:pt x="12170" y="2901"/>
                </a:lnTo>
                <a:lnTo>
                  <a:pt x="12160" y="2819"/>
                </a:lnTo>
                <a:lnTo>
                  <a:pt x="12148" y="2738"/>
                </a:lnTo>
                <a:lnTo>
                  <a:pt x="12135" y="2658"/>
                </a:lnTo>
                <a:lnTo>
                  <a:pt x="12119" y="2578"/>
                </a:lnTo>
                <a:lnTo>
                  <a:pt x="12101" y="2499"/>
                </a:lnTo>
                <a:lnTo>
                  <a:pt x="12082" y="2421"/>
                </a:lnTo>
                <a:lnTo>
                  <a:pt x="12061" y="2343"/>
                </a:lnTo>
                <a:lnTo>
                  <a:pt x="12038" y="2267"/>
                </a:lnTo>
                <a:lnTo>
                  <a:pt x="12013" y="2191"/>
                </a:lnTo>
                <a:lnTo>
                  <a:pt x="11987" y="2116"/>
                </a:lnTo>
                <a:lnTo>
                  <a:pt x="11958" y="2042"/>
                </a:lnTo>
                <a:lnTo>
                  <a:pt x="11928" y="1969"/>
                </a:lnTo>
                <a:lnTo>
                  <a:pt x="11896" y="1896"/>
                </a:lnTo>
                <a:lnTo>
                  <a:pt x="11862" y="1825"/>
                </a:lnTo>
                <a:lnTo>
                  <a:pt x="11828" y="1755"/>
                </a:lnTo>
                <a:lnTo>
                  <a:pt x="11790" y="1685"/>
                </a:lnTo>
                <a:lnTo>
                  <a:pt x="11752" y="1616"/>
                </a:lnTo>
                <a:lnTo>
                  <a:pt x="11713" y="1549"/>
                </a:lnTo>
                <a:lnTo>
                  <a:pt x="11672" y="1483"/>
                </a:lnTo>
                <a:lnTo>
                  <a:pt x="11629" y="1418"/>
                </a:lnTo>
                <a:lnTo>
                  <a:pt x="11585" y="1354"/>
                </a:lnTo>
                <a:lnTo>
                  <a:pt x="11538" y="1291"/>
                </a:lnTo>
                <a:lnTo>
                  <a:pt x="11491" y="1229"/>
                </a:lnTo>
                <a:lnTo>
                  <a:pt x="11442" y="1169"/>
                </a:lnTo>
                <a:lnTo>
                  <a:pt x="11392" y="1109"/>
                </a:lnTo>
                <a:lnTo>
                  <a:pt x="11341" y="1052"/>
                </a:lnTo>
                <a:lnTo>
                  <a:pt x="11288" y="994"/>
                </a:lnTo>
                <a:lnTo>
                  <a:pt x="11234" y="939"/>
                </a:lnTo>
                <a:lnTo>
                  <a:pt x="11178" y="884"/>
                </a:lnTo>
                <a:lnTo>
                  <a:pt x="11122" y="831"/>
                </a:lnTo>
                <a:lnTo>
                  <a:pt x="11063" y="780"/>
                </a:lnTo>
                <a:lnTo>
                  <a:pt x="11005" y="730"/>
                </a:lnTo>
                <a:lnTo>
                  <a:pt x="10945" y="682"/>
                </a:lnTo>
                <a:lnTo>
                  <a:pt x="10883" y="634"/>
                </a:lnTo>
                <a:lnTo>
                  <a:pt x="10821" y="589"/>
                </a:lnTo>
                <a:lnTo>
                  <a:pt x="10756" y="544"/>
                </a:lnTo>
                <a:lnTo>
                  <a:pt x="10691" y="501"/>
                </a:lnTo>
                <a:lnTo>
                  <a:pt x="10626" y="461"/>
                </a:lnTo>
                <a:lnTo>
                  <a:pt x="10559" y="421"/>
                </a:lnTo>
                <a:lnTo>
                  <a:pt x="10490" y="383"/>
                </a:lnTo>
                <a:lnTo>
                  <a:pt x="10422" y="347"/>
                </a:lnTo>
                <a:lnTo>
                  <a:pt x="10352" y="312"/>
                </a:lnTo>
                <a:lnTo>
                  <a:pt x="10281" y="279"/>
                </a:lnTo>
                <a:lnTo>
                  <a:pt x="10209" y="248"/>
                </a:lnTo>
                <a:lnTo>
                  <a:pt x="10138" y="218"/>
                </a:lnTo>
                <a:lnTo>
                  <a:pt x="10063" y="190"/>
                </a:lnTo>
                <a:lnTo>
                  <a:pt x="9989" y="164"/>
                </a:lnTo>
                <a:lnTo>
                  <a:pt x="9914" y="140"/>
                </a:lnTo>
                <a:lnTo>
                  <a:pt x="9839" y="119"/>
                </a:lnTo>
                <a:lnTo>
                  <a:pt x="9762" y="97"/>
                </a:lnTo>
                <a:lnTo>
                  <a:pt x="9684" y="79"/>
                </a:lnTo>
                <a:lnTo>
                  <a:pt x="9607" y="62"/>
                </a:lnTo>
                <a:lnTo>
                  <a:pt x="9528" y="47"/>
                </a:lnTo>
                <a:lnTo>
                  <a:pt x="9449" y="35"/>
                </a:lnTo>
                <a:lnTo>
                  <a:pt x="9369" y="24"/>
                </a:lnTo>
                <a:lnTo>
                  <a:pt x="9287" y="15"/>
                </a:lnTo>
                <a:lnTo>
                  <a:pt x="9206" y="9"/>
                </a:lnTo>
                <a:lnTo>
                  <a:pt x="9125" y="4"/>
                </a:lnTo>
                <a:lnTo>
                  <a:pt x="9042" y="0"/>
                </a:lnTo>
                <a:lnTo>
                  <a:pt x="8960" y="0"/>
                </a:lnTo>
                <a:lnTo>
                  <a:pt x="3186" y="39"/>
                </a:lnTo>
                <a:lnTo>
                  <a:pt x="3104" y="40"/>
                </a:lnTo>
                <a:lnTo>
                  <a:pt x="3021" y="43"/>
                </a:lnTo>
                <a:lnTo>
                  <a:pt x="2940" y="49"/>
                </a:lnTo>
                <a:lnTo>
                  <a:pt x="2859" y="56"/>
                </a:lnTo>
                <a:lnTo>
                  <a:pt x="2777" y="67"/>
                </a:lnTo>
                <a:lnTo>
                  <a:pt x="2698" y="79"/>
                </a:lnTo>
                <a:lnTo>
                  <a:pt x="2618" y="92"/>
                </a:lnTo>
                <a:lnTo>
                  <a:pt x="2540" y="108"/>
                </a:lnTo>
                <a:lnTo>
                  <a:pt x="2463" y="126"/>
                </a:lnTo>
                <a:lnTo>
                  <a:pt x="2385" y="146"/>
                </a:lnTo>
                <a:lnTo>
                  <a:pt x="2308" y="168"/>
                </a:lnTo>
                <a:lnTo>
                  <a:pt x="2233" y="190"/>
                </a:lnTo>
                <a:lnTo>
                  <a:pt x="2159" y="216"/>
                </a:lnTo>
                <a:lnTo>
                  <a:pt x="2085" y="243"/>
                </a:lnTo>
                <a:lnTo>
                  <a:pt x="2012" y="272"/>
                </a:lnTo>
                <a:lnTo>
                  <a:pt x="1939" y="302"/>
                </a:lnTo>
                <a:lnTo>
                  <a:pt x="1868" y="334"/>
                </a:lnTo>
                <a:lnTo>
                  <a:pt x="1798" y="369"/>
                </a:lnTo>
                <a:lnTo>
                  <a:pt x="1728" y="403"/>
                </a:lnTo>
                <a:lnTo>
                  <a:pt x="1659" y="440"/>
                </a:lnTo>
                <a:lnTo>
                  <a:pt x="1592" y="480"/>
                </a:lnTo>
                <a:lnTo>
                  <a:pt x="1526" y="521"/>
                </a:lnTo>
                <a:lnTo>
                  <a:pt x="1460" y="562"/>
                </a:lnTo>
                <a:lnTo>
                  <a:pt x="1396" y="605"/>
                </a:lnTo>
                <a:lnTo>
                  <a:pt x="1333" y="651"/>
                </a:lnTo>
                <a:lnTo>
                  <a:pt x="1272" y="698"/>
                </a:lnTo>
                <a:lnTo>
                  <a:pt x="1211" y="745"/>
                </a:lnTo>
                <a:lnTo>
                  <a:pt x="1151" y="794"/>
                </a:lnTo>
                <a:lnTo>
                  <a:pt x="1092" y="846"/>
                </a:lnTo>
                <a:lnTo>
                  <a:pt x="1035" y="897"/>
                </a:lnTo>
                <a:lnTo>
                  <a:pt x="978" y="951"/>
                </a:lnTo>
                <a:lnTo>
                  <a:pt x="923" y="1006"/>
                </a:lnTo>
                <a:lnTo>
                  <a:pt x="871" y="1062"/>
                </a:lnTo>
                <a:lnTo>
                  <a:pt x="818" y="1120"/>
                </a:lnTo>
                <a:lnTo>
                  <a:pt x="768" y="1178"/>
                </a:lnTo>
                <a:lnTo>
                  <a:pt x="719" y="1238"/>
                </a:lnTo>
                <a:lnTo>
                  <a:pt x="671" y="1299"/>
                </a:lnTo>
                <a:lnTo>
                  <a:pt x="624" y="1361"/>
                </a:lnTo>
                <a:lnTo>
                  <a:pt x="579" y="1426"/>
                </a:lnTo>
                <a:lnTo>
                  <a:pt x="536" y="1490"/>
                </a:lnTo>
                <a:lnTo>
                  <a:pt x="493" y="1556"/>
                </a:lnTo>
                <a:lnTo>
                  <a:pt x="453" y="1622"/>
                </a:lnTo>
                <a:lnTo>
                  <a:pt x="414" y="1690"/>
                </a:lnTo>
                <a:lnTo>
                  <a:pt x="377" y="1760"/>
                </a:lnTo>
                <a:lnTo>
                  <a:pt x="341" y="1829"/>
                </a:lnTo>
                <a:lnTo>
                  <a:pt x="306" y="1900"/>
                </a:lnTo>
                <a:lnTo>
                  <a:pt x="274" y="1972"/>
                </a:lnTo>
                <a:lnTo>
                  <a:pt x="243" y="2044"/>
                </a:lnTo>
                <a:lnTo>
                  <a:pt x="214" y="2118"/>
                </a:lnTo>
                <a:lnTo>
                  <a:pt x="187" y="2193"/>
                </a:lnTo>
                <a:lnTo>
                  <a:pt x="162" y="2268"/>
                </a:lnTo>
                <a:lnTo>
                  <a:pt x="138" y="2344"/>
                </a:lnTo>
                <a:lnTo>
                  <a:pt x="115" y="2421"/>
                </a:lnTo>
                <a:lnTo>
                  <a:pt x="95" y="2499"/>
                </a:lnTo>
                <a:lnTo>
                  <a:pt x="77" y="2578"/>
                </a:lnTo>
                <a:lnTo>
                  <a:pt x="60" y="2657"/>
                </a:lnTo>
                <a:lnTo>
                  <a:pt x="46" y="2737"/>
                </a:lnTo>
                <a:lnTo>
                  <a:pt x="34" y="2817"/>
                </a:lnTo>
                <a:lnTo>
                  <a:pt x="23" y="2898"/>
                </a:lnTo>
                <a:lnTo>
                  <a:pt x="15" y="2980"/>
                </a:lnTo>
                <a:lnTo>
                  <a:pt x="7" y="3062"/>
                </a:lnTo>
                <a:lnTo>
                  <a:pt x="3" y="3146"/>
                </a:lnTo>
                <a:lnTo>
                  <a:pt x="0" y="3228"/>
                </a:lnTo>
                <a:lnTo>
                  <a:pt x="0" y="3313"/>
                </a:lnTo>
                <a:lnTo>
                  <a:pt x="1" y="3397"/>
                </a:lnTo>
                <a:lnTo>
                  <a:pt x="5" y="3481"/>
                </a:lnTo>
                <a:lnTo>
                  <a:pt x="11" y="3563"/>
                </a:lnTo>
                <a:lnTo>
                  <a:pt x="18" y="3646"/>
                </a:lnTo>
                <a:lnTo>
                  <a:pt x="28" y="3727"/>
                </a:lnTo>
                <a:lnTo>
                  <a:pt x="40" y="3808"/>
                </a:lnTo>
                <a:lnTo>
                  <a:pt x="54" y="3888"/>
                </a:lnTo>
                <a:lnTo>
                  <a:pt x="70" y="3967"/>
                </a:lnTo>
                <a:lnTo>
                  <a:pt x="86" y="4046"/>
                </a:lnTo>
                <a:lnTo>
                  <a:pt x="105" y="4125"/>
                </a:lnTo>
                <a:lnTo>
                  <a:pt x="127" y="4203"/>
                </a:lnTo>
                <a:lnTo>
                  <a:pt x="150" y="4280"/>
                </a:lnTo>
                <a:lnTo>
                  <a:pt x="175" y="4355"/>
                </a:lnTo>
                <a:lnTo>
                  <a:pt x="201" y="4430"/>
                </a:lnTo>
                <a:lnTo>
                  <a:pt x="230" y="4504"/>
                </a:lnTo>
                <a:lnTo>
                  <a:pt x="260" y="4577"/>
                </a:lnTo>
                <a:lnTo>
                  <a:pt x="292" y="4650"/>
                </a:lnTo>
                <a:lnTo>
                  <a:pt x="325" y="4721"/>
                </a:lnTo>
                <a:lnTo>
                  <a:pt x="360" y="4791"/>
                </a:lnTo>
                <a:lnTo>
                  <a:pt x="397" y="4861"/>
                </a:lnTo>
                <a:lnTo>
                  <a:pt x="436" y="4929"/>
                </a:lnTo>
                <a:lnTo>
                  <a:pt x="475" y="4997"/>
                </a:lnTo>
                <a:lnTo>
                  <a:pt x="517" y="5063"/>
                </a:lnTo>
                <a:lnTo>
                  <a:pt x="559" y="5129"/>
                </a:lnTo>
                <a:lnTo>
                  <a:pt x="604" y="5192"/>
                </a:lnTo>
                <a:lnTo>
                  <a:pt x="650" y="5256"/>
                </a:lnTo>
                <a:lnTo>
                  <a:pt x="696" y="5317"/>
                </a:lnTo>
                <a:lnTo>
                  <a:pt x="745" y="5378"/>
                </a:lnTo>
                <a:lnTo>
                  <a:pt x="796" y="5437"/>
                </a:lnTo>
                <a:lnTo>
                  <a:pt x="847" y="5495"/>
                </a:lnTo>
                <a:lnTo>
                  <a:pt x="900" y="5552"/>
                </a:lnTo>
                <a:lnTo>
                  <a:pt x="953" y="5607"/>
                </a:lnTo>
                <a:lnTo>
                  <a:pt x="1010" y="5661"/>
                </a:lnTo>
                <a:lnTo>
                  <a:pt x="1066" y="5714"/>
                </a:lnTo>
                <a:lnTo>
                  <a:pt x="1124" y="5765"/>
                </a:lnTo>
                <a:lnTo>
                  <a:pt x="1183" y="5815"/>
                </a:lnTo>
                <a:lnTo>
                  <a:pt x="1244" y="5864"/>
                </a:lnTo>
                <a:lnTo>
                  <a:pt x="1305" y="5911"/>
                </a:lnTo>
                <a:lnTo>
                  <a:pt x="1367" y="5958"/>
                </a:lnTo>
                <a:lnTo>
                  <a:pt x="1432" y="6002"/>
                </a:lnTo>
                <a:lnTo>
                  <a:pt x="1496" y="6044"/>
                </a:lnTo>
                <a:lnTo>
                  <a:pt x="1562" y="6086"/>
                </a:lnTo>
                <a:lnTo>
                  <a:pt x="1629" y="6125"/>
                </a:lnTo>
                <a:lnTo>
                  <a:pt x="1697" y="6162"/>
                </a:lnTo>
                <a:lnTo>
                  <a:pt x="1765" y="6199"/>
                </a:lnTo>
                <a:lnTo>
                  <a:pt x="1836" y="6234"/>
                </a:lnTo>
                <a:lnTo>
                  <a:pt x="1907" y="6266"/>
                </a:lnTo>
                <a:lnTo>
                  <a:pt x="1978" y="6297"/>
                </a:lnTo>
                <a:lnTo>
                  <a:pt x="2050" y="6327"/>
                </a:lnTo>
                <a:lnTo>
                  <a:pt x="2124" y="6355"/>
                </a:lnTo>
                <a:lnTo>
                  <a:pt x="2198" y="6381"/>
                </a:lnTo>
                <a:lnTo>
                  <a:pt x="2274" y="6405"/>
                </a:lnTo>
                <a:lnTo>
                  <a:pt x="2349" y="6428"/>
                </a:lnTo>
                <a:lnTo>
                  <a:pt x="2426" y="6448"/>
                </a:lnTo>
                <a:lnTo>
                  <a:pt x="2503" y="6467"/>
                </a:lnTo>
                <a:lnTo>
                  <a:pt x="2581" y="6484"/>
                </a:lnTo>
                <a:lnTo>
                  <a:pt x="2660" y="6498"/>
                </a:lnTo>
                <a:lnTo>
                  <a:pt x="2739" y="6511"/>
                </a:lnTo>
                <a:lnTo>
                  <a:pt x="2819" y="6522"/>
                </a:lnTo>
                <a:lnTo>
                  <a:pt x="2900" y="6530"/>
                </a:lnTo>
                <a:lnTo>
                  <a:pt x="2982" y="6538"/>
                </a:lnTo>
                <a:lnTo>
                  <a:pt x="3063" y="6542"/>
                </a:lnTo>
                <a:lnTo>
                  <a:pt x="3146" y="6545"/>
                </a:lnTo>
                <a:lnTo>
                  <a:pt x="3228" y="6545"/>
                </a:lnTo>
                <a:lnTo>
                  <a:pt x="8237" y="6513"/>
                </a:lnTo>
                <a:lnTo>
                  <a:pt x="8241" y="6557"/>
                </a:lnTo>
                <a:lnTo>
                  <a:pt x="8243" y="6603"/>
                </a:lnTo>
                <a:lnTo>
                  <a:pt x="8245" y="6651"/>
                </a:lnTo>
                <a:lnTo>
                  <a:pt x="8245" y="6703"/>
                </a:lnTo>
                <a:lnTo>
                  <a:pt x="8245" y="6754"/>
                </a:lnTo>
                <a:lnTo>
                  <a:pt x="8243" y="6809"/>
                </a:lnTo>
                <a:lnTo>
                  <a:pt x="8240" y="6864"/>
                </a:lnTo>
                <a:lnTo>
                  <a:pt x="8234" y="6922"/>
                </a:lnTo>
                <a:lnTo>
                  <a:pt x="8226" y="6980"/>
                </a:lnTo>
                <a:lnTo>
                  <a:pt x="8218" y="7040"/>
                </a:lnTo>
                <a:lnTo>
                  <a:pt x="8206" y="7100"/>
                </a:lnTo>
                <a:lnTo>
                  <a:pt x="8193" y="7162"/>
                </a:lnTo>
                <a:lnTo>
                  <a:pt x="8176" y="7223"/>
                </a:lnTo>
                <a:lnTo>
                  <a:pt x="8157" y="7285"/>
                </a:lnTo>
                <a:lnTo>
                  <a:pt x="8135" y="7349"/>
                </a:lnTo>
                <a:lnTo>
                  <a:pt x="8110" y="7411"/>
                </a:lnTo>
                <a:lnTo>
                  <a:pt x="8097" y="7442"/>
                </a:lnTo>
                <a:lnTo>
                  <a:pt x="8083" y="7473"/>
                </a:lnTo>
                <a:lnTo>
                  <a:pt x="8067" y="7504"/>
                </a:lnTo>
                <a:lnTo>
                  <a:pt x="8052" y="7535"/>
                </a:lnTo>
                <a:lnTo>
                  <a:pt x="8035" y="7566"/>
                </a:lnTo>
                <a:lnTo>
                  <a:pt x="8017" y="7597"/>
                </a:lnTo>
                <a:lnTo>
                  <a:pt x="7999" y="7628"/>
                </a:lnTo>
                <a:lnTo>
                  <a:pt x="7979" y="7660"/>
                </a:lnTo>
                <a:lnTo>
                  <a:pt x="7958" y="7689"/>
                </a:lnTo>
                <a:lnTo>
                  <a:pt x="7938" y="7721"/>
                </a:lnTo>
                <a:lnTo>
                  <a:pt x="7915" y="7750"/>
                </a:lnTo>
                <a:lnTo>
                  <a:pt x="7891" y="7780"/>
                </a:lnTo>
                <a:lnTo>
                  <a:pt x="7868" y="7809"/>
                </a:lnTo>
                <a:lnTo>
                  <a:pt x="7842" y="7839"/>
                </a:lnTo>
                <a:lnTo>
                  <a:pt x="7816" y="7868"/>
                </a:lnTo>
                <a:lnTo>
                  <a:pt x="7789" y="7896"/>
                </a:lnTo>
                <a:lnTo>
                  <a:pt x="7760" y="7925"/>
                </a:lnTo>
                <a:lnTo>
                  <a:pt x="7730" y="7953"/>
                </a:lnTo>
                <a:lnTo>
                  <a:pt x="7699" y="7980"/>
                </a:lnTo>
                <a:lnTo>
                  <a:pt x="7668" y="8008"/>
                </a:lnTo>
                <a:lnTo>
                  <a:pt x="7634" y="8035"/>
                </a:lnTo>
                <a:lnTo>
                  <a:pt x="7600" y="8061"/>
                </a:lnTo>
                <a:lnTo>
                  <a:pt x="7564" y="8087"/>
                </a:lnTo>
                <a:lnTo>
                  <a:pt x="7528" y="8113"/>
                </a:lnTo>
                <a:lnTo>
                  <a:pt x="7490" y="8138"/>
                </a:lnTo>
                <a:lnTo>
                  <a:pt x="7450" y="8162"/>
                </a:lnTo>
                <a:lnTo>
                  <a:pt x="7409" y="8186"/>
                </a:lnTo>
                <a:lnTo>
                  <a:pt x="7368" y="8210"/>
                </a:lnTo>
                <a:lnTo>
                  <a:pt x="7325" y="8232"/>
                </a:lnTo>
                <a:lnTo>
                  <a:pt x="7280" y="8254"/>
                </a:lnTo>
                <a:lnTo>
                  <a:pt x="7235" y="8275"/>
                </a:lnTo>
                <a:lnTo>
                  <a:pt x="7187" y="8297"/>
                </a:lnTo>
                <a:lnTo>
                  <a:pt x="7210" y="8293"/>
                </a:lnTo>
                <a:lnTo>
                  <a:pt x="7271" y="8283"/>
                </a:lnTo>
                <a:lnTo>
                  <a:pt x="7315" y="8274"/>
                </a:lnTo>
                <a:lnTo>
                  <a:pt x="7368" y="8264"/>
                </a:lnTo>
                <a:lnTo>
                  <a:pt x="7427" y="8249"/>
                </a:lnTo>
                <a:lnTo>
                  <a:pt x="7493" y="8234"/>
                </a:lnTo>
                <a:lnTo>
                  <a:pt x="7566" y="8213"/>
                </a:lnTo>
                <a:lnTo>
                  <a:pt x="7644" y="8191"/>
                </a:lnTo>
                <a:lnTo>
                  <a:pt x="7726" y="8165"/>
                </a:lnTo>
                <a:lnTo>
                  <a:pt x="7813" y="8136"/>
                </a:lnTo>
                <a:lnTo>
                  <a:pt x="7903" y="8102"/>
                </a:lnTo>
                <a:lnTo>
                  <a:pt x="7949" y="8083"/>
                </a:lnTo>
                <a:lnTo>
                  <a:pt x="7996" y="8064"/>
                </a:lnTo>
                <a:lnTo>
                  <a:pt x="8043" y="8043"/>
                </a:lnTo>
                <a:lnTo>
                  <a:pt x="8090" y="8022"/>
                </a:lnTo>
                <a:lnTo>
                  <a:pt x="8139" y="8000"/>
                </a:lnTo>
                <a:lnTo>
                  <a:pt x="8187" y="7976"/>
                </a:lnTo>
                <a:lnTo>
                  <a:pt x="8235" y="7951"/>
                </a:lnTo>
                <a:lnTo>
                  <a:pt x="8284" y="7925"/>
                </a:lnTo>
                <a:lnTo>
                  <a:pt x="8333" y="7899"/>
                </a:lnTo>
                <a:lnTo>
                  <a:pt x="8381" y="7870"/>
                </a:lnTo>
                <a:lnTo>
                  <a:pt x="8430" y="7840"/>
                </a:lnTo>
                <a:lnTo>
                  <a:pt x="8478" y="7810"/>
                </a:lnTo>
                <a:lnTo>
                  <a:pt x="8525" y="7778"/>
                </a:lnTo>
                <a:lnTo>
                  <a:pt x="8572" y="7744"/>
                </a:lnTo>
                <a:lnTo>
                  <a:pt x="8620" y="7709"/>
                </a:lnTo>
                <a:lnTo>
                  <a:pt x="8666" y="7673"/>
                </a:lnTo>
                <a:lnTo>
                  <a:pt x="8712" y="7636"/>
                </a:lnTo>
                <a:lnTo>
                  <a:pt x="8756" y="7596"/>
                </a:lnTo>
                <a:lnTo>
                  <a:pt x="8800" y="7555"/>
                </a:lnTo>
                <a:lnTo>
                  <a:pt x="8845" y="7514"/>
                </a:lnTo>
                <a:lnTo>
                  <a:pt x="8887" y="7471"/>
                </a:lnTo>
                <a:lnTo>
                  <a:pt x="8928" y="7425"/>
                </a:lnTo>
                <a:lnTo>
                  <a:pt x="8968" y="7380"/>
                </a:lnTo>
                <a:lnTo>
                  <a:pt x="9007" y="7332"/>
                </a:lnTo>
                <a:lnTo>
                  <a:pt x="9044" y="7282"/>
                </a:lnTo>
                <a:lnTo>
                  <a:pt x="9081" y="7230"/>
                </a:lnTo>
                <a:lnTo>
                  <a:pt x="9116" y="7178"/>
                </a:lnTo>
                <a:lnTo>
                  <a:pt x="9150" y="7123"/>
                </a:lnTo>
                <a:lnTo>
                  <a:pt x="9181" y="7066"/>
                </a:lnTo>
                <a:lnTo>
                  <a:pt x="9211" y="7009"/>
                </a:lnTo>
                <a:lnTo>
                  <a:pt x="9239" y="6949"/>
                </a:lnTo>
                <a:lnTo>
                  <a:pt x="9266" y="6888"/>
                </a:lnTo>
                <a:lnTo>
                  <a:pt x="9290" y="6825"/>
                </a:lnTo>
                <a:lnTo>
                  <a:pt x="9311" y="6760"/>
                </a:lnTo>
                <a:lnTo>
                  <a:pt x="9331" y="6693"/>
                </a:lnTo>
                <a:lnTo>
                  <a:pt x="9349" y="6624"/>
                </a:lnTo>
                <a:lnTo>
                  <a:pt x="9365" y="6553"/>
                </a:lnTo>
                <a:lnTo>
                  <a:pt x="9378" y="6481"/>
                </a:lnTo>
                <a:lnTo>
                  <a:pt x="9453" y="6471"/>
                </a:lnTo>
                <a:lnTo>
                  <a:pt x="9526" y="6459"/>
                </a:lnTo>
                <a:lnTo>
                  <a:pt x="9599" y="6446"/>
                </a:lnTo>
                <a:lnTo>
                  <a:pt x="9672" y="6430"/>
                </a:lnTo>
                <a:lnTo>
                  <a:pt x="9744" y="6413"/>
                </a:lnTo>
                <a:lnTo>
                  <a:pt x="9816" y="6394"/>
                </a:lnTo>
                <a:lnTo>
                  <a:pt x="9886" y="6374"/>
                </a:lnTo>
                <a:lnTo>
                  <a:pt x="9957" y="6352"/>
                </a:lnTo>
                <a:lnTo>
                  <a:pt x="10026" y="6330"/>
                </a:lnTo>
                <a:lnTo>
                  <a:pt x="10095" y="6304"/>
                </a:lnTo>
                <a:lnTo>
                  <a:pt x="10163" y="6278"/>
                </a:lnTo>
                <a:lnTo>
                  <a:pt x="10230" y="6251"/>
                </a:lnTo>
                <a:lnTo>
                  <a:pt x="10297" y="6221"/>
                </a:lnTo>
                <a:lnTo>
                  <a:pt x="10362" y="6190"/>
                </a:lnTo>
                <a:lnTo>
                  <a:pt x="10427" y="6157"/>
                </a:lnTo>
                <a:lnTo>
                  <a:pt x="10490" y="6124"/>
                </a:lnTo>
                <a:lnTo>
                  <a:pt x="10554" y="6089"/>
                </a:lnTo>
                <a:lnTo>
                  <a:pt x="10616" y="6052"/>
                </a:lnTo>
                <a:lnTo>
                  <a:pt x="10677" y="6014"/>
                </a:lnTo>
                <a:lnTo>
                  <a:pt x="10738" y="5976"/>
                </a:lnTo>
                <a:lnTo>
                  <a:pt x="10798" y="5935"/>
                </a:lnTo>
                <a:lnTo>
                  <a:pt x="10856" y="5893"/>
                </a:lnTo>
                <a:lnTo>
                  <a:pt x="10914" y="5850"/>
                </a:lnTo>
                <a:lnTo>
                  <a:pt x="10970" y="5806"/>
                </a:lnTo>
                <a:lnTo>
                  <a:pt x="11026" y="5759"/>
                </a:lnTo>
                <a:lnTo>
                  <a:pt x="11080" y="5712"/>
                </a:lnTo>
                <a:lnTo>
                  <a:pt x="11134" y="5665"/>
                </a:lnTo>
                <a:lnTo>
                  <a:pt x="11186" y="5616"/>
                </a:lnTo>
                <a:lnTo>
                  <a:pt x="11238" y="5565"/>
                </a:lnTo>
                <a:lnTo>
                  <a:pt x="11288" y="5514"/>
                </a:lnTo>
                <a:lnTo>
                  <a:pt x="11337" y="5461"/>
                </a:lnTo>
                <a:lnTo>
                  <a:pt x="11385" y="5407"/>
                </a:lnTo>
                <a:lnTo>
                  <a:pt x="11432" y="5352"/>
                </a:lnTo>
                <a:lnTo>
                  <a:pt x="11477" y="5297"/>
                </a:lnTo>
                <a:lnTo>
                  <a:pt x="11521" y="5240"/>
                </a:lnTo>
                <a:lnTo>
                  <a:pt x="11564" y="5183"/>
                </a:lnTo>
                <a:lnTo>
                  <a:pt x="11606" y="5123"/>
                </a:lnTo>
                <a:lnTo>
                  <a:pt x="11647" y="5063"/>
                </a:lnTo>
                <a:lnTo>
                  <a:pt x="11686" y="5003"/>
                </a:lnTo>
                <a:lnTo>
                  <a:pt x="11723" y="4941"/>
                </a:lnTo>
                <a:lnTo>
                  <a:pt x="11761" y="4879"/>
                </a:lnTo>
                <a:lnTo>
                  <a:pt x="11795" y="4814"/>
                </a:lnTo>
                <a:lnTo>
                  <a:pt x="11830" y="4751"/>
                </a:lnTo>
                <a:lnTo>
                  <a:pt x="11862" y="4685"/>
                </a:lnTo>
                <a:lnTo>
                  <a:pt x="11893" y="4619"/>
                </a:lnTo>
                <a:lnTo>
                  <a:pt x="11923" y="4552"/>
                </a:lnTo>
                <a:lnTo>
                  <a:pt x="11951" y="4484"/>
                </a:lnTo>
                <a:lnTo>
                  <a:pt x="11978" y="4416"/>
                </a:lnTo>
                <a:lnTo>
                  <a:pt x="12003" y="4347"/>
                </a:lnTo>
                <a:lnTo>
                  <a:pt x="12027" y="4277"/>
                </a:lnTo>
                <a:lnTo>
                  <a:pt x="12049" y="4207"/>
                </a:lnTo>
                <a:lnTo>
                  <a:pt x="12069" y="4135"/>
                </a:lnTo>
                <a:lnTo>
                  <a:pt x="12088" y="4063"/>
                </a:lnTo>
                <a:lnTo>
                  <a:pt x="12106" y="3990"/>
                </a:lnTo>
                <a:lnTo>
                  <a:pt x="12122" y="3917"/>
                </a:lnTo>
                <a:lnTo>
                  <a:pt x="12136" y="3843"/>
                </a:lnTo>
                <a:lnTo>
                  <a:pt x="12148" y="3769"/>
                </a:lnTo>
                <a:lnTo>
                  <a:pt x="12159" y="3694"/>
                </a:lnTo>
                <a:lnTo>
                  <a:pt x="12168" y="3618"/>
                </a:lnTo>
                <a:lnTo>
                  <a:pt x="12176" y="3543"/>
                </a:lnTo>
                <a:lnTo>
                  <a:pt x="12182" y="3466"/>
                </a:lnTo>
                <a:lnTo>
                  <a:pt x="12185" y="3389"/>
                </a:lnTo>
                <a:lnTo>
                  <a:pt x="12188" y="3311"/>
                </a:lnTo>
                <a:lnTo>
                  <a:pt x="12189" y="323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bIns="28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12" name="文本框 22"/>
          <p:cNvSpPr txBox="1"/>
          <p:nvPr/>
        </p:nvSpPr>
        <p:spPr>
          <a:xfrm flipH="1">
            <a:off x="7698105" y="1751327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采用消息丢帧策略与 Canvas 绘制，避免页面卡顿。</a:t>
            </a:r>
          </a:p>
        </p:txBody>
      </p:sp>
      <p:sp>
        <p:nvSpPr>
          <p:cNvPr id="13" name="文本框 20"/>
          <p:cNvSpPr txBox="1"/>
          <p:nvPr/>
        </p:nvSpPr>
        <p:spPr>
          <a:xfrm flipH="1">
            <a:off x="8609330" y="304799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高频图像性能</a:t>
            </a:r>
          </a:p>
        </p:txBody>
      </p:sp>
      <p:sp>
        <p:nvSpPr>
          <p:cNvPr id="14" name="文本框 22"/>
          <p:cNvSpPr txBox="1"/>
          <p:nvPr/>
        </p:nvSpPr>
        <p:spPr>
          <a:xfrm flipH="1">
            <a:off x="8609330" y="3439792"/>
            <a:ext cx="289496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通过 /api/robot-files 同源代理，解决 CORS 与端口映射问题。</a:t>
            </a:r>
          </a:p>
        </p:txBody>
      </p:sp>
      <p:sp>
        <p:nvSpPr>
          <p:cNvPr id="15" name="文本框 20"/>
          <p:cNvSpPr txBox="1"/>
          <p:nvPr/>
        </p:nvSpPr>
        <p:spPr>
          <a:xfrm flipH="1">
            <a:off x="6530975" y="529208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远端文件跨域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6530975" y="5683882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SSE+心跳+超时保护，保证长时间运行可恢复。</a:t>
            </a:r>
          </a:p>
        </p:txBody>
      </p:sp>
      <p:sp>
        <p:nvSpPr>
          <p:cNvPr id="17" name="文本框 20"/>
          <p:cNvSpPr txBox="1"/>
          <p:nvPr/>
        </p:nvSpPr>
        <p:spPr>
          <a:xfrm flipH="1">
            <a:off x="1294765" y="4808852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长任务稳定性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1294765" y="5200647"/>
            <a:ext cx="3806190" cy="60769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地图配置与文件分层管理，降低版本混乱风险。</a:t>
            </a:r>
          </a:p>
        </p:txBody>
      </p:sp>
      <p:sp>
        <p:nvSpPr>
          <p:cNvPr id="19" name="文本框 22"/>
          <p:cNvSpPr txBox="1"/>
          <p:nvPr/>
        </p:nvSpPr>
        <p:spPr>
          <a:xfrm flipH="1">
            <a:off x="824230" y="2042792"/>
            <a:ext cx="2926080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容器化部署并支持可选 MQ 集成。</a:t>
            </a:r>
          </a:p>
        </p:txBody>
      </p:sp>
      <p:sp>
        <p:nvSpPr>
          <p:cNvPr id="20" name="领带"/>
          <p:cNvSpPr/>
          <p:nvPr/>
        </p:nvSpPr>
        <p:spPr bwMode="auto">
          <a:xfrm>
            <a:off x="4447540" y="2011042"/>
            <a:ext cx="501650" cy="895985"/>
          </a:xfrm>
          <a:custGeom>
            <a:avLst/>
            <a:gdLst>
              <a:gd name="T0" fmla="*/ 519631 w 496888"/>
              <a:gd name="T1" fmla="*/ 767582 h 1300163"/>
              <a:gd name="T2" fmla="*/ 728041 w 496888"/>
              <a:gd name="T3" fmla="*/ 1509903 h 1300163"/>
              <a:gd name="T4" fmla="*/ 366114 w 496888"/>
              <a:gd name="T5" fmla="*/ 1905000 h 1300163"/>
              <a:gd name="T6" fmla="*/ 0 w 496888"/>
              <a:gd name="T7" fmla="*/ 1543369 h 1300163"/>
              <a:gd name="T8" fmla="*/ 160029 w 496888"/>
              <a:gd name="T9" fmla="*/ 935383 h 1300163"/>
              <a:gd name="T10" fmla="*/ 208797 w 496888"/>
              <a:gd name="T11" fmla="*/ 376813 h 1300163"/>
              <a:gd name="T12" fmla="*/ 511722 w 496888"/>
              <a:gd name="T13" fmla="*/ 376813 h 1300163"/>
              <a:gd name="T14" fmla="*/ 441317 w 496888"/>
              <a:gd name="T15" fmla="*/ 485078 h 1300163"/>
              <a:gd name="T16" fmla="*/ 497363 w 496888"/>
              <a:gd name="T17" fmla="*/ 686675 h 1300163"/>
              <a:gd name="T18" fmla="*/ 190733 w 496888"/>
              <a:gd name="T19" fmla="*/ 823406 h 1300163"/>
              <a:gd name="T20" fmla="*/ 279664 w 496888"/>
              <a:gd name="T21" fmla="*/ 485078 h 1300163"/>
              <a:gd name="T22" fmla="*/ 253771 w 496888"/>
              <a:gd name="T23" fmla="*/ 0 h 1300163"/>
              <a:gd name="T24" fmla="*/ 456566 w 496888"/>
              <a:gd name="T25" fmla="*/ 0 h 1300163"/>
              <a:gd name="T26" fmla="*/ 579175 w 496888"/>
              <a:gd name="T27" fmla="*/ 255861 h 1300163"/>
              <a:gd name="T28" fmla="*/ 141886 w 496888"/>
              <a:gd name="T29" fmla="*/ 255861 h 1300163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496888" h="1300163">
                <a:moveTo>
                  <a:pt x="354648" y="523875"/>
                </a:moveTo>
                <a:lnTo>
                  <a:pt x="496888" y="1030509"/>
                </a:lnTo>
                <a:lnTo>
                  <a:pt x="249873" y="1300163"/>
                </a:lnTo>
                <a:lnTo>
                  <a:pt x="0" y="1053350"/>
                </a:lnTo>
                <a:lnTo>
                  <a:pt x="109220" y="638399"/>
                </a:lnTo>
                <a:lnTo>
                  <a:pt x="354648" y="523875"/>
                </a:lnTo>
                <a:close/>
                <a:moveTo>
                  <a:pt x="142504" y="257175"/>
                </a:moveTo>
                <a:lnTo>
                  <a:pt x="349250" y="257175"/>
                </a:lnTo>
                <a:lnTo>
                  <a:pt x="301199" y="331066"/>
                </a:lnTo>
                <a:lnTo>
                  <a:pt x="339450" y="468656"/>
                </a:lnTo>
                <a:lnTo>
                  <a:pt x="130175" y="561975"/>
                </a:lnTo>
                <a:lnTo>
                  <a:pt x="190871" y="331066"/>
                </a:lnTo>
                <a:lnTo>
                  <a:pt x="142504" y="257175"/>
                </a:lnTo>
                <a:close/>
                <a:moveTo>
                  <a:pt x="173199" y="0"/>
                </a:moveTo>
                <a:lnTo>
                  <a:pt x="311606" y="0"/>
                </a:lnTo>
                <a:lnTo>
                  <a:pt x="395287" y="174625"/>
                </a:lnTo>
                <a:lnTo>
                  <a:pt x="96837" y="174625"/>
                </a:lnTo>
                <a:lnTo>
                  <a:pt x="173199" y="0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箱子"/>
          <p:cNvSpPr/>
          <p:nvPr/>
        </p:nvSpPr>
        <p:spPr>
          <a:xfrm>
            <a:off x="3475990" y="3427092"/>
            <a:ext cx="850265" cy="850265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雨伞"/>
          <p:cNvSpPr/>
          <p:nvPr/>
        </p:nvSpPr>
        <p:spPr>
          <a:xfrm>
            <a:off x="5313045" y="4107812"/>
            <a:ext cx="895985" cy="89598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3" name="放大镜"/>
          <p:cNvSpPr/>
          <p:nvPr/>
        </p:nvSpPr>
        <p:spPr>
          <a:xfrm>
            <a:off x="7203440" y="3105147"/>
            <a:ext cx="668020" cy="792000"/>
          </a:xfrm>
          <a:custGeom>
            <a:avLst/>
            <a:gdLst>
              <a:gd name="connsiteX0" fmla="*/ 1638300 w 4396363"/>
              <a:gd name="connsiteY0" fmla="*/ 558403 h 5128349"/>
              <a:gd name="connsiteX1" fmla="*/ 558403 w 4396363"/>
              <a:gd name="connsiteY1" fmla="*/ 1638300 h 5128349"/>
              <a:gd name="connsiteX2" fmla="*/ 1638300 w 4396363"/>
              <a:gd name="connsiteY2" fmla="*/ 2718197 h 5128349"/>
              <a:gd name="connsiteX3" fmla="*/ 2718197 w 4396363"/>
              <a:gd name="connsiteY3" fmla="*/ 1638300 h 5128349"/>
              <a:gd name="connsiteX4" fmla="*/ 1638300 w 4396363"/>
              <a:gd name="connsiteY4" fmla="*/ 558403 h 5128349"/>
              <a:gd name="connsiteX5" fmla="*/ 1638300 w 4396363"/>
              <a:gd name="connsiteY5" fmla="*/ 0 h 5128349"/>
              <a:gd name="connsiteX6" fmla="*/ 3276600 w 4396363"/>
              <a:gd name="connsiteY6" fmla="*/ 1638300 h 5128349"/>
              <a:gd name="connsiteX7" fmla="*/ 2902492 w 4396363"/>
              <a:gd name="connsiteY7" fmla="*/ 2680411 h 5128349"/>
              <a:gd name="connsiteX8" fmla="*/ 2816386 w 4396363"/>
              <a:gd name="connsiteY8" fmla="*/ 2775151 h 5128349"/>
              <a:gd name="connsiteX9" fmla="*/ 2928393 w 4396363"/>
              <a:gd name="connsiteY9" fmla="*/ 2923790 h 5128349"/>
              <a:gd name="connsiteX10" fmla="*/ 2942554 w 4396363"/>
              <a:gd name="connsiteY10" fmla="*/ 2913119 h 5128349"/>
              <a:gd name="connsiteX11" fmla="*/ 3136485 w 4396363"/>
              <a:gd name="connsiteY11" fmla="*/ 2942400 h 5128349"/>
              <a:gd name="connsiteX12" fmla="*/ 4367683 w 4396363"/>
              <a:gd name="connsiteY12" fmla="*/ 4576254 h 5128349"/>
              <a:gd name="connsiteX13" fmla="*/ 4342375 w 4396363"/>
              <a:gd name="connsiteY13" fmla="*/ 4770744 h 5128349"/>
              <a:gd name="connsiteX14" fmla="*/ 3903910 w 4396363"/>
              <a:gd name="connsiteY14" fmla="*/ 5101151 h 5128349"/>
              <a:gd name="connsiteX15" fmla="*/ 3709978 w 4396363"/>
              <a:gd name="connsiteY15" fmla="*/ 5071870 h 5128349"/>
              <a:gd name="connsiteX16" fmla="*/ 2478781 w 4396363"/>
              <a:gd name="connsiteY16" fmla="*/ 3438015 h 5128349"/>
              <a:gd name="connsiteX17" fmla="*/ 2504089 w 4396363"/>
              <a:gd name="connsiteY17" fmla="*/ 3243526 h 5128349"/>
              <a:gd name="connsiteX18" fmla="*/ 2518249 w 4396363"/>
              <a:gd name="connsiteY18" fmla="*/ 3232855 h 5128349"/>
              <a:gd name="connsiteX19" fmla="*/ 2406738 w 4396363"/>
              <a:gd name="connsiteY19" fmla="*/ 3084875 h 5128349"/>
              <a:gd name="connsiteX20" fmla="*/ 2276001 w 4396363"/>
              <a:gd name="connsiteY20" fmla="*/ 3147854 h 5128349"/>
              <a:gd name="connsiteX21" fmla="*/ 1638300 w 4396363"/>
              <a:gd name="connsiteY21" fmla="*/ 3276600 h 5128349"/>
              <a:gd name="connsiteX22" fmla="*/ 0 w 4396363"/>
              <a:gd name="connsiteY22" fmla="*/ 1638300 h 5128349"/>
              <a:gd name="connsiteX23" fmla="*/ 1638300 w 4396363"/>
              <a:gd name="connsiteY23" fmla="*/ 0 h 5128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4396363" h="5128349">
                <a:moveTo>
                  <a:pt x="1638300" y="558403"/>
                </a:moveTo>
                <a:cubicBezTo>
                  <a:pt x="1041889" y="558403"/>
                  <a:pt x="558403" y="1041889"/>
                  <a:pt x="558403" y="1638300"/>
                </a:cubicBezTo>
                <a:cubicBezTo>
                  <a:pt x="558403" y="2234711"/>
                  <a:pt x="1041889" y="2718197"/>
                  <a:pt x="1638300" y="2718197"/>
                </a:cubicBezTo>
                <a:cubicBezTo>
                  <a:pt x="2234711" y="2718197"/>
                  <a:pt x="2718197" y="2234711"/>
                  <a:pt x="2718197" y="1638300"/>
                </a:cubicBezTo>
                <a:cubicBezTo>
                  <a:pt x="2718197" y="1041889"/>
                  <a:pt x="2234711" y="558403"/>
                  <a:pt x="1638300" y="558403"/>
                </a:cubicBezTo>
                <a:close/>
                <a:moveTo>
                  <a:pt x="1638300" y="0"/>
                </a:moveTo>
                <a:cubicBezTo>
                  <a:pt x="2543108" y="0"/>
                  <a:pt x="3276600" y="733492"/>
                  <a:pt x="3276600" y="1638300"/>
                </a:cubicBezTo>
                <a:cubicBezTo>
                  <a:pt x="3276600" y="2034154"/>
                  <a:pt x="3136205" y="2397216"/>
                  <a:pt x="2902492" y="2680411"/>
                </a:cubicBezTo>
                <a:lnTo>
                  <a:pt x="2816386" y="2775151"/>
                </a:lnTo>
                <a:lnTo>
                  <a:pt x="2928393" y="2923790"/>
                </a:lnTo>
                <a:lnTo>
                  <a:pt x="2942554" y="2913119"/>
                </a:lnTo>
                <a:cubicBezTo>
                  <a:pt x="3003095" y="2867498"/>
                  <a:pt x="3089921" y="2880607"/>
                  <a:pt x="3136485" y="2942400"/>
                </a:cubicBezTo>
                <a:lnTo>
                  <a:pt x="4367683" y="4576254"/>
                </a:lnTo>
                <a:cubicBezTo>
                  <a:pt x="4414247" y="4638047"/>
                  <a:pt x="4402916" y="4725123"/>
                  <a:pt x="4342375" y="4770744"/>
                </a:cubicBezTo>
                <a:lnTo>
                  <a:pt x="3903910" y="5101151"/>
                </a:lnTo>
                <a:cubicBezTo>
                  <a:pt x="3843369" y="5146772"/>
                  <a:pt x="3756543" y="5133662"/>
                  <a:pt x="3709978" y="5071870"/>
                </a:cubicBezTo>
                <a:lnTo>
                  <a:pt x="2478781" y="3438015"/>
                </a:lnTo>
                <a:cubicBezTo>
                  <a:pt x="2432217" y="3376223"/>
                  <a:pt x="2443548" y="3289147"/>
                  <a:pt x="2504089" y="3243526"/>
                </a:cubicBezTo>
                <a:lnTo>
                  <a:pt x="2518249" y="3232855"/>
                </a:lnTo>
                <a:lnTo>
                  <a:pt x="2406738" y="3084875"/>
                </a:lnTo>
                <a:lnTo>
                  <a:pt x="2276001" y="3147854"/>
                </a:lnTo>
                <a:cubicBezTo>
                  <a:pt x="2079997" y="3230757"/>
                  <a:pt x="1864502" y="3276600"/>
                  <a:pt x="1638300" y="3276600"/>
                </a:cubicBezTo>
                <a:cubicBezTo>
                  <a:pt x="733492" y="3276600"/>
                  <a:pt x="0" y="2543108"/>
                  <a:pt x="0" y="1638300"/>
                </a:cubicBezTo>
                <a:cubicBezTo>
                  <a:pt x="0" y="733492"/>
                  <a:pt x="733492" y="0"/>
                  <a:pt x="16383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刷子"/>
          <p:cNvSpPr/>
          <p:nvPr/>
        </p:nvSpPr>
        <p:spPr bwMode="auto">
          <a:xfrm>
            <a:off x="6568440" y="1664967"/>
            <a:ext cx="361315" cy="690245"/>
          </a:xfrm>
          <a:custGeom>
            <a:avLst/>
            <a:gdLst>
              <a:gd name="T0" fmla="*/ 154076 w 3152"/>
              <a:gd name="T1" fmla="*/ 633067 h 5585"/>
              <a:gd name="T2" fmla="*/ 8522 w 3152"/>
              <a:gd name="T3" fmla="*/ 1021912 h 5585"/>
              <a:gd name="T4" fmla="*/ 10226 w 3152"/>
              <a:gd name="T5" fmla="*/ 1040331 h 5585"/>
              <a:gd name="T6" fmla="*/ 13976 w 3152"/>
              <a:gd name="T7" fmla="*/ 1058068 h 5585"/>
              <a:gd name="T8" fmla="*/ 20793 w 3152"/>
              <a:gd name="T9" fmla="*/ 1074440 h 5585"/>
              <a:gd name="T10" fmla="*/ 28974 w 3152"/>
              <a:gd name="T11" fmla="*/ 1089449 h 5585"/>
              <a:gd name="T12" fmla="*/ 39882 w 3152"/>
              <a:gd name="T13" fmla="*/ 1103092 h 5585"/>
              <a:gd name="T14" fmla="*/ 52495 w 3152"/>
              <a:gd name="T15" fmla="*/ 1114689 h 5585"/>
              <a:gd name="T16" fmla="*/ 66812 w 3152"/>
              <a:gd name="T17" fmla="*/ 1124922 h 5585"/>
              <a:gd name="T18" fmla="*/ 82151 w 3152"/>
              <a:gd name="T19" fmla="*/ 1132767 h 5585"/>
              <a:gd name="T20" fmla="*/ 98854 w 3152"/>
              <a:gd name="T21" fmla="*/ 1138566 h 5585"/>
              <a:gd name="T22" fmla="*/ 116920 w 3152"/>
              <a:gd name="T23" fmla="*/ 1141977 h 5585"/>
              <a:gd name="T24" fmla="*/ 439048 w 3152"/>
              <a:gd name="T25" fmla="*/ 1142318 h 5585"/>
              <a:gd name="T26" fmla="*/ 430185 w 3152"/>
              <a:gd name="T27" fmla="*/ 1198598 h 5585"/>
              <a:gd name="T28" fmla="*/ 418936 w 3152"/>
              <a:gd name="T29" fmla="*/ 1285918 h 5585"/>
              <a:gd name="T30" fmla="*/ 409733 w 3152"/>
              <a:gd name="T31" fmla="*/ 1374943 h 5585"/>
              <a:gd name="T32" fmla="*/ 402915 w 3152"/>
              <a:gd name="T33" fmla="*/ 1462603 h 5585"/>
              <a:gd name="T34" fmla="*/ 399847 w 3152"/>
              <a:gd name="T35" fmla="*/ 1545489 h 5585"/>
              <a:gd name="T36" fmla="*/ 398824 w 3152"/>
              <a:gd name="T37" fmla="*/ 1596994 h 5585"/>
              <a:gd name="T38" fmla="*/ 400529 w 3152"/>
              <a:gd name="T39" fmla="*/ 1665553 h 5585"/>
              <a:gd name="T40" fmla="*/ 405301 w 3152"/>
              <a:gd name="T41" fmla="*/ 1723198 h 5585"/>
              <a:gd name="T42" fmla="*/ 412800 w 3152"/>
              <a:gd name="T43" fmla="*/ 1771292 h 5585"/>
              <a:gd name="T44" fmla="*/ 422686 w 3152"/>
              <a:gd name="T45" fmla="*/ 1810517 h 5585"/>
              <a:gd name="T46" fmla="*/ 434957 w 3152"/>
              <a:gd name="T47" fmla="*/ 1841557 h 5585"/>
              <a:gd name="T48" fmla="*/ 449274 w 3152"/>
              <a:gd name="T49" fmla="*/ 1864751 h 5585"/>
              <a:gd name="T50" fmla="*/ 465636 w 3152"/>
              <a:gd name="T51" fmla="*/ 1882488 h 5585"/>
              <a:gd name="T52" fmla="*/ 483362 w 3152"/>
              <a:gd name="T53" fmla="*/ 1894085 h 5585"/>
              <a:gd name="T54" fmla="*/ 502451 w 3152"/>
              <a:gd name="T55" fmla="*/ 1901248 h 5585"/>
              <a:gd name="T56" fmla="*/ 522903 w 3152"/>
              <a:gd name="T57" fmla="*/ 1904659 h 5585"/>
              <a:gd name="T58" fmla="*/ 537220 w 3152"/>
              <a:gd name="T59" fmla="*/ 1905000 h 5585"/>
              <a:gd name="T60" fmla="*/ 558013 w 3152"/>
              <a:gd name="T61" fmla="*/ 1903636 h 5585"/>
              <a:gd name="T62" fmla="*/ 578125 w 3152"/>
              <a:gd name="T63" fmla="*/ 1899201 h 5585"/>
              <a:gd name="T64" fmla="*/ 596873 w 3152"/>
              <a:gd name="T65" fmla="*/ 1890674 h 5585"/>
              <a:gd name="T66" fmla="*/ 614599 w 3152"/>
              <a:gd name="T67" fmla="*/ 1877030 h 5585"/>
              <a:gd name="T68" fmla="*/ 629938 w 3152"/>
              <a:gd name="T69" fmla="*/ 1857929 h 5585"/>
              <a:gd name="T70" fmla="*/ 643573 w 3152"/>
              <a:gd name="T71" fmla="*/ 1832006 h 5585"/>
              <a:gd name="T72" fmla="*/ 655504 w 3152"/>
              <a:gd name="T73" fmla="*/ 1798579 h 5585"/>
              <a:gd name="T74" fmla="*/ 664707 w 3152"/>
              <a:gd name="T75" fmla="*/ 1756284 h 5585"/>
              <a:gd name="T76" fmla="*/ 670843 w 3152"/>
              <a:gd name="T77" fmla="*/ 1705120 h 5585"/>
              <a:gd name="T78" fmla="*/ 674593 w 3152"/>
              <a:gd name="T79" fmla="*/ 1643723 h 5585"/>
              <a:gd name="T80" fmla="*/ 675616 w 3152"/>
              <a:gd name="T81" fmla="*/ 1596994 h 5585"/>
              <a:gd name="T82" fmla="*/ 673911 w 3152"/>
              <a:gd name="T83" fmla="*/ 1518884 h 5585"/>
              <a:gd name="T84" fmla="*/ 669139 w 3152"/>
              <a:gd name="T85" fmla="*/ 1433952 h 5585"/>
              <a:gd name="T86" fmla="*/ 661640 w 3152"/>
              <a:gd name="T87" fmla="*/ 1345268 h 5585"/>
              <a:gd name="T88" fmla="*/ 652095 w 3152"/>
              <a:gd name="T89" fmla="*/ 1256243 h 5585"/>
              <a:gd name="T90" fmla="*/ 639824 w 3152"/>
              <a:gd name="T91" fmla="*/ 1169946 h 5585"/>
              <a:gd name="T92" fmla="*/ 945248 w 3152"/>
              <a:gd name="T93" fmla="*/ 1142318 h 5585"/>
              <a:gd name="T94" fmla="*/ 963655 w 3152"/>
              <a:gd name="T95" fmla="*/ 1141295 h 5585"/>
              <a:gd name="T96" fmla="*/ 981040 w 3152"/>
              <a:gd name="T97" fmla="*/ 1136860 h 5585"/>
              <a:gd name="T98" fmla="*/ 997743 w 3152"/>
              <a:gd name="T99" fmla="*/ 1130721 h 5585"/>
              <a:gd name="T100" fmla="*/ 1012742 w 3152"/>
              <a:gd name="T101" fmla="*/ 1121852 h 5585"/>
              <a:gd name="T102" fmla="*/ 1026036 w 3152"/>
              <a:gd name="T103" fmla="*/ 1110937 h 5585"/>
              <a:gd name="T104" fmla="*/ 1038307 w 3152"/>
              <a:gd name="T105" fmla="*/ 1098658 h 5585"/>
              <a:gd name="T106" fmla="*/ 1048193 w 3152"/>
              <a:gd name="T107" fmla="*/ 1084332 h 5585"/>
              <a:gd name="T108" fmla="*/ 1056033 w 3152"/>
              <a:gd name="T109" fmla="*/ 1068983 h 5585"/>
              <a:gd name="T110" fmla="*/ 1061487 w 3152"/>
              <a:gd name="T111" fmla="*/ 1052269 h 5585"/>
              <a:gd name="T112" fmla="*/ 1064895 w 3152"/>
              <a:gd name="T113" fmla="*/ 1034533 h 5585"/>
              <a:gd name="T114" fmla="*/ 1065236 w 3152"/>
              <a:gd name="T115" fmla="*/ 633067 h 5585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3152" h="5585">
                <a:moveTo>
                  <a:pt x="3152" y="0"/>
                </a:moveTo>
                <a:lnTo>
                  <a:pt x="0" y="0"/>
                </a:lnTo>
                <a:lnTo>
                  <a:pt x="452" y="1856"/>
                </a:lnTo>
                <a:lnTo>
                  <a:pt x="25" y="1856"/>
                </a:lnTo>
                <a:lnTo>
                  <a:pt x="25" y="2996"/>
                </a:lnTo>
                <a:lnTo>
                  <a:pt x="26" y="3015"/>
                </a:lnTo>
                <a:lnTo>
                  <a:pt x="28" y="3033"/>
                </a:lnTo>
                <a:lnTo>
                  <a:pt x="30" y="3050"/>
                </a:lnTo>
                <a:lnTo>
                  <a:pt x="33" y="3067"/>
                </a:lnTo>
                <a:lnTo>
                  <a:pt x="36" y="3085"/>
                </a:lnTo>
                <a:lnTo>
                  <a:pt x="41" y="3102"/>
                </a:lnTo>
                <a:lnTo>
                  <a:pt x="47" y="3118"/>
                </a:lnTo>
                <a:lnTo>
                  <a:pt x="53" y="3134"/>
                </a:lnTo>
                <a:lnTo>
                  <a:pt x="61" y="3150"/>
                </a:lnTo>
                <a:lnTo>
                  <a:pt x="68" y="3164"/>
                </a:lnTo>
                <a:lnTo>
                  <a:pt x="77" y="3179"/>
                </a:lnTo>
                <a:lnTo>
                  <a:pt x="85" y="3194"/>
                </a:lnTo>
                <a:lnTo>
                  <a:pt x="95" y="3207"/>
                </a:lnTo>
                <a:lnTo>
                  <a:pt x="106" y="3221"/>
                </a:lnTo>
                <a:lnTo>
                  <a:pt x="117" y="3234"/>
                </a:lnTo>
                <a:lnTo>
                  <a:pt x="129" y="3246"/>
                </a:lnTo>
                <a:lnTo>
                  <a:pt x="142" y="3257"/>
                </a:lnTo>
                <a:lnTo>
                  <a:pt x="154" y="3268"/>
                </a:lnTo>
                <a:lnTo>
                  <a:pt x="167" y="3279"/>
                </a:lnTo>
                <a:lnTo>
                  <a:pt x="181" y="3289"/>
                </a:lnTo>
                <a:lnTo>
                  <a:pt x="196" y="3298"/>
                </a:lnTo>
                <a:lnTo>
                  <a:pt x="210" y="3306"/>
                </a:lnTo>
                <a:lnTo>
                  <a:pt x="225" y="3315"/>
                </a:lnTo>
                <a:lnTo>
                  <a:pt x="241" y="3321"/>
                </a:lnTo>
                <a:lnTo>
                  <a:pt x="257" y="3328"/>
                </a:lnTo>
                <a:lnTo>
                  <a:pt x="273" y="3333"/>
                </a:lnTo>
                <a:lnTo>
                  <a:pt x="290" y="3338"/>
                </a:lnTo>
                <a:lnTo>
                  <a:pt x="307" y="3342"/>
                </a:lnTo>
                <a:lnTo>
                  <a:pt x="324" y="3346"/>
                </a:lnTo>
                <a:lnTo>
                  <a:pt x="343" y="3348"/>
                </a:lnTo>
                <a:lnTo>
                  <a:pt x="360" y="3349"/>
                </a:lnTo>
                <a:lnTo>
                  <a:pt x="378" y="3349"/>
                </a:lnTo>
                <a:lnTo>
                  <a:pt x="1288" y="3349"/>
                </a:lnTo>
                <a:lnTo>
                  <a:pt x="1274" y="3430"/>
                </a:lnTo>
                <a:lnTo>
                  <a:pt x="1262" y="3514"/>
                </a:lnTo>
                <a:lnTo>
                  <a:pt x="1250" y="3598"/>
                </a:lnTo>
                <a:lnTo>
                  <a:pt x="1239" y="3683"/>
                </a:lnTo>
                <a:lnTo>
                  <a:pt x="1229" y="3770"/>
                </a:lnTo>
                <a:lnTo>
                  <a:pt x="1219" y="3857"/>
                </a:lnTo>
                <a:lnTo>
                  <a:pt x="1209" y="3944"/>
                </a:lnTo>
                <a:lnTo>
                  <a:pt x="1202" y="4031"/>
                </a:lnTo>
                <a:lnTo>
                  <a:pt x="1195" y="4118"/>
                </a:lnTo>
                <a:lnTo>
                  <a:pt x="1189" y="4204"/>
                </a:lnTo>
                <a:lnTo>
                  <a:pt x="1182" y="4288"/>
                </a:lnTo>
                <a:lnTo>
                  <a:pt x="1179" y="4372"/>
                </a:lnTo>
                <a:lnTo>
                  <a:pt x="1175" y="4453"/>
                </a:lnTo>
                <a:lnTo>
                  <a:pt x="1173" y="4531"/>
                </a:lnTo>
                <a:lnTo>
                  <a:pt x="1171" y="4608"/>
                </a:lnTo>
                <a:lnTo>
                  <a:pt x="1170" y="4682"/>
                </a:lnTo>
                <a:lnTo>
                  <a:pt x="1171" y="4753"/>
                </a:lnTo>
                <a:lnTo>
                  <a:pt x="1173" y="4819"/>
                </a:lnTo>
                <a:lnTo>
                  <a:pt x="1175" y="4883"/>
                </a:lnTo>
                <a:lnTo>
                  <a:pt x="1179" y="4943"/>
                </a:lnTo>
                <a:lnTo>
                  <a:pt x="1184" y="4999"/>
                </a:lnTo>
                <a:lnTo>
                  <a:pt x="1189" y="5052"/>
                </a:lnTo>
                <a:lnTo>
                  <a:pt x="1195" y="5102"/>
                </a:lnTo>
                <a:lnTo>
                  <a:pt x="1202" y="5149"/>
                </a:lnTo>
                <a:lnTo>
                  <a:pt x="1211" y="5193"/>
                </a:lnTo>
                <a:lnTo>
                  <a:pt x="1219" y="5235"/>
                </a:lnTo>
                <a:lnTo>
                  <a:pt x="1229" y="5273"/>
                </a:lnTo>
                <a:lnTo>
                  <a:pt x="1240" y="5308"/>
                </a:lnTo>
                <a:lnTo>
                  <a:pt x="1251" y="5340"/>
                </a:lnTo>
                <a:lnTo>
                  <a:pt x="1263" y="5371"/>
                </a:lnTo>
                <a:lnTo>
                  <a:pt x="1276" y="5399"/>
                </a:lnTo>
                <a:lnTo>
                  <a:pt x="1289" y="5423"/>
                </a:lnTo>
                <a:lnTo>
                  <a:pt x="1304" y="5447"/>
                </a:lnTo>
                <a:lnTo>
                  <a:pt x="1318" y="5467"/>
                </a:lnTo>
                <a:lnTo>
                  <a:pt x="1333" y="5487"/>
                </a:lnTo>
                <a:lnTo>
                  <a:pt x="1349" y="5503"/>
                </a:lnTo>
                <a:lnTo>
                  <a:pt x="1366" y="5519"/>
                </a:lnTo>
                <a:lnTo>
                  <a:pt x="1382" y="5531"/>
                </a:lnTo>
                <a:lnTo>
                  <a:pt x="1401" y="5543"/>
                </a:lnTo>
                <a:lnTo>
                  <a:pt x="1418" y="5553"/>
                </a:lnTo>
                <a:lnTo>
                  <a:pt x="1436" y="5562"/>
                </a:lnTo>
                <a:lnTo>
                  <a:pt x="1456" y="5568"/>
                </a:lnTo>
                <a:lnTo>
                  <a:pt x="1474" y="5574"/>
                </a:lnTo>
                <a:lnTo>
                  <a:pt x="1494" y="5578"/>
                </a:lnTo>
                <a:lnTo>
                  <a:pt x="1515" y="5581"/>
                </a:lnTo>
                <a:lnTo>
                  <a:pt x="1534" y="5584"/>
                </a:lnTo>
                <a:lnTo>
                  <a:pt x="1555" y="5585"/>
                </a:lnTo>
                <a:lnTo>
                  <a:pt x="1576" y="5585"/>
                </a:lnTo>
                <a:lnTo>
                  <a:pt x="1597" y="5585"/>
                </a:lnTo>
                <a:lnTo>
                  <a:pt x="1618" y="5584"/>
                </a:lnTo>
                <a:lnTo>
                  <a:pt x="1637" y="5581"/>
                </a:lnTo>
                <a:lnTo>
                  <a:pt x="1658" y="5578"/>
                </a:lnTo>
                <a:lnTo>
                  <a:pt x="1678" y="5574"/>
                </a:lnTo>
                <a:lnTo>
                  <a:pt x="1696" y="5568"/>
                </a:lnTo>
                <a:lnTo>
                  <a:pt x="1716" y="5562"/>
                </a:lnTo>
                <a:lnTo>
                  <a:pt x="1734" y="5553"/>
                </a:lnTo>
                <a:lnTo>
                  <a:pt x="1751" y="5543"/>
                </a:lnTo>
                <a:lnTo>
                  <a:pt x="1770" y="5531"/>
                </a:lnTo>
                <a:lnTo>
                  <a:pt x="1787" y="5519"/>
                </a:lnTo>
                <a:lnTo>
                  <a:pt x="1803" y="5503"/>
                </a:lnTo>
                <a:lnTo>
                  <a:pt x="1819" y="5487"/>
                </a:lnTo>
                <a:lnTo>
                  <a:pt x="1833" y="5467"/>
                </a:lnTo>
                <a:lnTo>
                  <a:pt x="1848" y="5447"/>
                </a:lnTo>
                <a:lnTo>
                  <a:pt x="1863" y="5423"/>
                </a:lnTo>
                <a:lnTo>
                  <a:pt x="1876" y="5399"/>
                </a:lnTo>
                <a:lnTo>
                  <a:pt x="1888" y="5371"/>
                </a:lnTo>
                <a:lnTo>
                  <a:pt x="1901" y="5340"/>
                </a:lnTo>
                <a:lnTo>
                  <a:pt x="1912" y="5308"/>
                </a:lnTo>
                <a:lnTo>
                  <a:pt x="1923" y="5273"/>
                </a:lnTo>
                <a:lnTo>
                  <a:pt x="1933" y="5235"/>
                </a:lnTo>
                <a:lnTo>
                  <a:pt x="1941" y="5193"/>
                </a:lnTo>
                <a:lnTo>
                  <a:pt x="1950" y="5149"/>
                </a:lnTo>
                <a:lnTo>
                  <a:pt x="1957" y="5102"/>
                </a:lnTo>
                <a:lnTo>
                  <a:pt x="1963" y="5052"/>
                </a:lnTo>
                <a:lnTo>
                  <a:pt x="1968" y="4999"/>
                </a:lnTo>
                <a:lnTo>
                  <a:pt x="1973" y="4943"/>
                </a:lnTo>
                <a:lnTo>
                  <a:pt x="1977" y="4883"/>
                </a:lnTo>
                <a:lnTo>
                  <a:pt x="1979" y="4819"/>
                </a:lnTo>
                <a:lnTo>
                  <a:pt x="1980" y="4753"/>
                </a:lnTo>
                <a:lnTo>
                  <a:pt x="1982" y="4682"/>
                </a:lnTo>
                <a:lnTo>
                  <a:pt x="1980" y="4608"/>
                </a:lnTo>
                <a:lnTo>
                  <a:pt x="1979" y="4531"/>
                </a:lnTo>
                <a:lnTo>
                  <a:pt x="1977" y="4453"/>
                </a:lnTo>
                <a:lnTo>
                  <a:pt x="1973" y="4372"/>
                </a:lnTo>
                <a:lnTo>
                  <a:pt x="1968" y="4288"/>
                </a:lnTo>
                <a:lnTo>
                  <a:pt x="1963" y="4204"/>
                </a:lnTo>
                <a:lnTo>
                  <a:pt x="1957" y="4118"/>
                </a:lnTo>
                <a:lnTo>
                  <a:pt x="1950" y="4031"/>
                </a:lnTo>
                <a:lnTo>
                  <a:pt x="1941" y="3944"/>
                </a:lnTo>
                <a:lnTo>
                  <a:pt x="1933" y="3857"/>
                </a:lnTo>
                <a:lnTo>
                  <a:pt x="1923" y="3770"/>
                </a:lnTo>
                <a:lnTo>
                  <a:pt x="1913" y="3683"/>
                </a:lnTo>
                <a:lnTo>
                  <a:pt x="1902" y="3598"/>
                </a:lnTo>
                <a:lnTo>
                  <a:pt x="1890" y="3514"/>
                </a:lnTo>
                <a:lnTo>
                  <a:pt x="1877" y="3430"/>
                </a:lnTo>
                <a:lnTo>
                  <a:pt x="1864" y="3349"/>
                </a:lnTo>
                <a:lnTo>
                  <a:pt x="2773" y="3349"/>
                </a:lnTo>
                <a:lnTo>
                  <a:pt x="2792" y="3349"/>
                </a:lnTo>
                <a:lnTo>
                  <a:pt x="2809" y="3348"/>
                </a:lnTo>
                <a:lnTo>
                  <a:pt x="2827" y="3346"/>
                </a:lnTo>
                <a:lnTo>
                  <a:pt x="2845" y="3342"/>
                </a:lnTo>
                <a:lnTo>
                  <a:pt x="2862" y="3338"/>
                </a:lnTo>
                <a:lnTo>
                  <a:pt x="2878" y="3333"/>
                </a:lnTo>
                <a:lnTo>
                  <a:pt x="2895" y="3328"/>
                </a:lnTo>
                <a:lnTo>
                  <a:pt x="2911" y="3321"/>
                </a:lnTo>
                <a:lnTo>
                  <a:pt x="2927" y="3315"/>
                </a:lnTo>
                <a:lnTo>
                  <a:pt x="2941" y="3306"/>
                </a:lnTo>
                <a:lnTo>
                  <a:pt x="2956" y="3298"/>
                </a:lnTo>
                <a:lnTo>
                  <a:pt x="2971" y="3289"/>
                </a:lnTo>
                <a:lnTo>
                  <a:pt x="2984" y="3279"/>
                </a:lnTo>
                <a:lnTo>
                  <a:pt x="2998" y="3268"/>
                </a:lnTo>
                <a:lnTo>
                  <a:pt x="3010" y="3257"/>
                </a:lnTo>
                <a:lnTo>
                  <a:pt x="3022" y="3246"/>
                </a:lnTo>
                <a:lnTo>
                  <a:pt x="3035" y="3234"/>
                </a:lnTo>
                <a:lnTo>
                  <a:pt x="3046" y="3221"/>
                </a:lnTo>
                <a:lnTo>
                  <a:pt x="3055" y="3207"/>
                </a:lnTo>
                <a:lnTo>
                  <a:pt x="3065" y="3194"/>
                </a:lnTo>
                <a:lnTo>
                  <a:pt x="3075" y="3179"/>
                </a:lnTo>
                <a:lnTo>
                  <a:pt x="3084" y="3164"/>
                </a:lnTo>
                <a:lnTo>
                  <a:pt x="3091" y="3150"/>
                </a:lnTo>
                <a:lnTo>
                  <a:pt x="3098" y="3134"/>
                </a:lnTo>
                <a:lnTo>
                  <a:pt x="3104" y="3118"/>
                </a:lnTo>
                <a:lnTo>
                  <a:pt x="3111" y="3102"/>
                </a:lnTo>
                <a:lnTo>
                  <a:pt x="3114" y="3085"/>
                </a:lnTo>
                <a:lnTo>
                  <a:pt x="3119" y="3067"/>
                </a:lnTo>
                <a:lnTo>
                  <a:pt x="3122" y="3050"/>
                </a:lnTo>
                <a:lnTo>
                  <a:pt x="3124" y="3033"/>
                </a:lnTo>
                <a:lnTo>
                  <a:pt x="3125" y="3015"/>
                </a:lnTo>
                <a:lnTo>
                  <a:pt x="3125" y="2996"/>
                </a:lnTo>
                <a:lnTo>
                  <a:pt x="3125" y="1856"/>
                </a:lnTo>
                <a:lnTo>
                  <a:pt x="2700" y="1856"/>
                </a:lnTo>
                <a:lnTo>
                  <a:pt x="315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bIns="216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25" name="看电脑小人"/>
          <p:cNvSpPr/>
          <p:nvPr/>
        </p:nvSpPr>
        <p:spPr bwMode="auto">
          <a:xfrm>
            <a:off x="5405755" y="2573017"/>
            <a:ext cx="970280" cy="1231900"/>
          </a:xfrm>
          <a:custGeom>
            <a:avLst/>
            <a:gdLst>
              <a:gd name="T0" fmla="*/ 2147483646 w 78"/>
              <a:gd name="T1" fmla="*/ 2147483646 h 112"/>
              <a:gd name="T2" fmla="*/ 2147483646 w 78"/>
              <a:gd name="T3" fmla="*/ 2147483646 h 112"/>
              <a:gd name="T4" fmla="*/ 2147483646 w 78"/>
              <a:gd name="T5" fmla="*/ 2147483646 h 112"/>
              <a:gd name="T6" fmla="*/ 2147483646 w 78"/>
              <a:gd name="T7" fmla="*/ 2147483646 h 112"/>
              <a:gd name="T8" fmla="*/ 2147483646 w 78"/>
              <a:gd name="T9" fmla="*/ 2147483646 h 112"/>
              <a:gd name="T10" fmla="*/ 2147483646 w 78"/>
              <a:gd name="T11" fmla="*/ 2147483646 h 112"/>
              <a:gd name="T12" fmla="*/ 2147483646 w 78"/>
              <a:gd name="T13" fmla="*/ 2147483646 h 112"/>
              <a:gd name="T14" fmla="*/ 2147483646 w 78"/>
              <a:gd name="T15" fmla="*/ 2147483646 h 112"/>
              <a:gd name="T16" fmla="*/ 2147483646 w 78"/>
              <a:gd name="T17" fmla="*/ 2147483646 h 112"/>
              <a:gd name="T18" fmla="*/ 2147483646 w 78"/>
              <a:gd name="T19" fmla="*/ 2147483646 h 112"/>
              <a:gd name="T20" fmla="*/ 2147483646 w 78"/>
              <a:gd name="T21" fmla="*/ 2147483646 h 112"/>
              <a:gd name="T22" fmla="*/ 2147483646 w 78"/>
              <a:gd name="T23" fmla="*/ 2147483646 h 112"/>
              <a:gd name="T24" fmla="*/ 2147483646 w 78"/>
              <a:gd name="T25" fmla="*/ 2147483646 h 112"/>
              <a:gd name="T26" fmla="*/ 2147483646 w 78"/>
              <a:gd name="T27" fmla="*/ 2147483646 h 112"/>
              <a:gd name="T28" fmla="*/ 2147483646 w 78"/>
              <a:gd name="T29" fmla="*/ 2147483646 h 112"/>
              <a:gd name="T30" fmla="*/ 2147483646 w 78"/>
              <a:gd name="T31" fmla="*/ 2147483646 h 112"/>
              <a:gd name="T32" fmla="*/ 2147483646 w 78"/>
              <a:gd name="T33" fmla="*/ 2147483646 h 112"/>
              <a:gd name="T34" fmla="*/ 2147483646 w 78"/>
              <a:gd name="T35" fmla="*/ 2147483646 h 112"/>
              <a:gd name="T36" fmla="*/ 2147483646 w 78"/>
              <a:gd name="T37" fmla="*/ 2147483646 h 112"/>
              <a:gd name="T38" fmla="*/ 2147483646 w 78"/>
              <a:gd name="T39" fmla="*/ 2147483646 h 112"/>
              <a:gd name="T40" fmla="*/ 2147483646 w 78"/>
              <a:gd name="T41" fmla="*/ 2147483646 h 112"/>
              <a:gd name="T42" fmla="*/ 2147483646 w 78"/>
              <a:gd name="T43" fmla="*/ 2147483646 h 112"/>
              <a:gd name="T44" fmla="*/ 2147483646 w 78"/>
              <a:gd name="T45" fmla="*/ 2147483646 h 112"/>
              <a:gd name="T46" fmla="*/ 2147483646 w 78"/>
              <a:gd name="T47" fmla="*/ 2147483646 h 112"/>
              <a:gd name="T48" fmla="*/ 2147483646 w 78"/>
              <a:gd name="T49" fmla="*/ 2147483646 h 112"/>
              <a:gd name="T50" fmla="*/ 2147483646 w 78"/>
              <a:gd name="T51" fmla="*/ 2147483646 h 112"/>
              <a:gd name="T52" fmla="*/ 2147483646 w 78"/>
              <a:gd name="T53" fmla="*/ 2147483646 h 112"/>
              <a:gd name="T54" fmla="*/ 2147483646 w 78"/>
              <a:gd name="T55" fmla="*/ 2147483646 h 112"/>
              <a:gd name="T56" fmla="*/ 2147483646 w 78"/>
              <a:gd name="T57" fmla="*/ 2147483646 h 112"/>
              <a:gd name="T58" fmla="*/ 2147483646 w 78"/>
              <a:gd name="T59" fmla="*/ 2147483646 h 112"/>
              <a:gd name="T60" fmla="*/ 2147483646 w 78"/>
              <a:gd name="T61" fmla="*/ 2147483646 h 112"/>
              <a:gd name="T62" fmla="*/ 2147483646 w 78"/>
              <a:gd name="T63" fmla="*/ 2147483646 h 112"/>
              <a:gd name="T64" fmla="*/ 2147483646 w 78"/>
              <a:gd name="T65" fmla="*/ 2147483646 h 112"/>
              <a:gd name="T66" fmla="*/ 2147483646 w 78"/>
              <a:gd name="T67" fmla="*/ 2147483646 h 112"/>
              <a:gd name="T68" fmla="*/ 2147483646 w 78"/>
              <a:gd name="T69" fmla="*/ 2147483646 h 112"/>
              <a:gd name="T70" fmla="*/ 2147483646 w 78"/>
              <a:gd name="T71" fmla="*/ 2147483646 h 112"/>
              <a:gd name="T72" fmla="*/ 2147483646 w 78"/>
              <a:gd name="T73" fmla="*/ 2147483646 h 112"/>
              <a:gd name="T74" fmla="*/ 2147483646 w 78"/>
              <a:gd name="T75" fmla="*/ 2147483646 h 112"/>
              <a:gd name="T76" fmla="*/ 2147483646 w 78"/>
              <a:gd name="T77" fmla="*/ 2147483646 h 11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78" h="112">
                <a:moveTo>
                  <a:pt x="21" y="36"/>
                </a:moveTo>
                <a:cubicBezTo>
                  <a:pt x="20" y="27"/>
                  <a:pt x="20" y="19"/>
                  <a:pt x="21" y="11"/>
                </a:cubicBezTo>
                <a:cubicBezTo>
                  <a:pt x="37" y="0"/>
                  <a:pt x="45" y="13"/>
                  <a:pt x="58" y="11"/>
                </a:cubicBezTo>
                <a:cubicBezTo>
                  <a:pt x="59" y="19"/>
                  <a:pt x="59" y="29"/>
                  <a:pt x="57" y="36"/>
                </a:cubicBezTo>
                <a:cubicBezTo>
                  <a:pt x="57" y="40"/>
                  <a:pt x="55" y="44"/>
                  <a:pt x="53" y="47"/>
                </a:cubicBezTo>
                <a:cubicBezTo>
                  <a:pt x="49" y="51"/>
                  <a:pt x="44" y="53"/>
                  <a:pt x="3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4" y="53"/>
                  <a:pt x="29" y="51"/>
                  <a:pt x="26" y="47"/>
                </a:cubicBezTo>
                <a:cubicBezTo>
                  <a:pt x="24" y="44"/>
                  <a:pt x="22" y="40"/>
                  <a:pt x="21" y="36"/>
                </a:cubicBezTo>
                <a:close/>
                <a:moveTo>
                  <a:pt x="13" y="107"/>
                </a:moveTo>
                <a:cubicBezTo>
                  <a:pt x="67" y="107"/>
                  <a:pt x="67" y="107"/>
                  <a:pt x="67" y="107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16" y="112"/>
                  <a:pt x="16" y="112"/>
                  <a:pt x="16" y="112"/>
                </a:cubicBezTo>
                <a:cubicBezTo>
                  <a:pt x="13" y="107"/>
                  <a:pt x="13" y="107"/>
                  <a:pt x="13" y="107"/>
                </a:cubicBezTo>
                <a:close/>
                <a:moveTo>
                  <a:pt x="70" y="67"/>
                </a:moveTo>
                <a:cubicBezTo>
                  <a:pt x="76" y="90"/>
                  <a:pt x="76" y="90"/>
                  <a:pt x="76" y="90"/>
                </a:cubicBezTo>
                <a:cubicBezTo>
                  <a:pt x="78" y="98"/>
                  <a:pt x="77" y="103"/>
                  <a:pt x="68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72"/>
                  <a:pt x="66" y="72"/>
                  <a:pt x="66" y="72"/>
                </a:cubicBezTo>
                <a:cubicBezTo>
                  <a:pt x="42" y="72"/>
                  <a:pt x="42" y="72"/>
                  <a:pt x="42" y="72"/>
                </a:cubicBezTo>
                <a:cubicBezTo>
                  <a:pt x="49" y="56"/>
                  <a:pt x="49" y="56"/>
                  <a:pt x="49" y="56"/>
                </a:cubicBezTo>
                <a:cubicBezTo>
                  <a:pt x="51" y="54"/>
                  <a:pt x="51" y="54"/>
                  <a:pt x="51" y="54"/>
                </a:cubicBezTo>
                <a:cubicBezTo>
                  <a:pt x="65" y="57"/>
                  <a:pt x="65" y="57"/>
                  <a:pt x="65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8"/>
                  <a:pt x="66" y="58"/>
                  <a:pt x="66" y="58"/>
                </a:cubicBezTo>
                <a:cubicBezTo>
                  <a:pt x="68" y="61"/>
                  <a:pt x="69" y="64"/>
                  <a:pt x="70" y="67"/>
                </a:cubicBezTo>
                <a:cubicBezTo>
                  <a:pt x="70" y="67"/>
                  <a:pt x="70" y="67"/>
                  <a:pt x="70" y="67"/>
                </a:cubicBezTo>
                <a:close/>
                <a:moveTo>
                  <a:pt x="14" y="103"/>
                </a:moveTo>
                <a:cubicBezTo>
                  <a:pt x="11" y="103"/>
                  <a:pt x="11" y="103"/>
                  <a:pt x="11" y="103"/>
                </a:cubicBezTo>
                <a:cubicBezTo>
                  <a:pt x="1" y="103"/>
                  <a:pt x="0" y="98"/>
                  <a:pt x="3" y="90"/>
                </a:cubicBezTo>
                <a:cubicBezTo>
                  <a:pt x="9" y="67"/>
                  <a:pt x="9" y="67"/>
                  <a:pt x="9" y="67"/>
                </a:cubicBezTo>
                <a:cubicBezTo>
                  <a:pt x="9" y="63"/>
                  <a:pt x="11" y="60"/>
                  <a:pt x="14" y="58"/>
                </a:cubicBezTo>
                <a:cubicBezTo>
                  <a:pt x="14" y="57"/>
                  <a:pt x="14" y="57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28" y="54"/>
                  <a:pt x="28" y="54"/>
                  <a:pt x="28" y="54"/>
                </a:cubicBezTo>
                <a:cubicBezTo>
                  <a:pt x="30" y="56"/>
                  <a:pt x="30" y="56"/>
                  <a:pt x="30" y="56"/>
                </a:cubicBezTo>
                <a:cubicBezTo>
                  <a:pt x="38" y="72"/>
                  <a:pt x="38" y="72"/>
                  <a:pt x="38" y="72"/>
                </a:cubicBezTo>
                <a:cubicBezTo>
                  <a:pt x="14" y="72"/>
                  <a:pt x="14" y="72"/>
                  <a:pt x="14" y="72"/>
                </a:cubicBezTo>
                <a:lnTo>
                  <a:pt x="14" y="103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</p:spPr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26" name="文本框 20"/>
          <p:cNvSpPr txBox="1"/>
          <p:nvPr/>
        </p:nvSpPr>
        <p:spPr>
          <a:xfrm flipH="1">
            <a:off x="7698105" y="1359532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地图数据一致性</a:t>
            </a:r>
          </a:p>
        </p:txBody>
      </p:sp>
      <p:sp>
        <p:nvSpPr>
          <p:cNvPr id="27" name="文本框 20"/>
          <p:cNvSpPr txBox="1"/>
          <p:nvPr/>
        </p:nvSpPr>
        <p:spPr>
          <a:xfrm flipH="1">
            <a:off x="824230" y="1650997"/>
            <a:ext cx="20129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可运维扩展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项目目标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文本框 22"/>
          <p:cNvSpPr txBox="1"/>
          <p:nvPr/>
        </p:nvSpPr>
        <p:spPr>
          <a:xfrm flipH="1">
            <a:off x="1639253" y="1130300"/>
            <a:ext cx="8913495" cy="587469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>
              <a:lnSpc>
                <a:spcPct val="120000"/>
              </a:lnSpc>
            </a:pPr>
            <a:r>
              <a:t>提供统一工作台，实时展示机器人状态、地图与图像。</a:t>
            </a:r>
          </a:p>
        </p:txBody>
      </p:sp>
      <p:sp>
        <p:nvSpPr>
          <p:cNvPr id="8" name="矩形 7"/>
          <p:cNvSpPr/>
          <p:nvPr/>
        </p:nvSpPr>
        <p:spPr>
          <a:xfrm>
            <a:off x="2192020" y="2618740"/>
            <a:ext cx="7807960" cy="755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647825" y="2278380"/>
            <a:ext cx="8896350" cy="755650"/>
            <a:chOff x="2434" y="4332"/>
            <a:chExt cx="14010" cy="1190"/>
          </a:xfrm>
          <a:solidFill>
            <a:srgbClr val="678982"/>
          </a:solidFill>
        </p:grpSpPr>
        <p:sp>
          <p:nvSpPr>
            <p:cNvPr id="10" name="椭圆 9"/>
            <p:cNvSpPr/>
            <p:nvPr/>
          </p:nvSpPr>
          <p:spPr>
            <a:xfrm>
              <a:off x="2434" y="4332"/>
              <a:ext cx="1191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6708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5254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0981" y="4332"/>
              <a:ext cx="1190" cy="1191"/>
            </a:xfrm>
            <a:prstGeom prst="ellips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话筒"/>
          <p:cNvSpPr>
            <a:spLocks noEditPoints="1"/>
          </p:cNvSpPr>
          <p:nvPr/>
        </p:nvSpPr>
        <p:spPr>
          <a:xfrm>
            <a:off x="1880235" y="2359025"/>
            <a:ext cx="311785" cy="587375"/>
          </a:xfrm>
          <a:custGeom>
            <a:avLst/>
            <a:gdLst/>
            <a:ahLst/>
            <a:cxnLst>
              <a:cxn ang="0">
                <a:pos x="213447" y="152045"/>
              </a:cxn>
              <a:cxn ang="0">
                <a:pos x="117052" y="255711"/>
              </a:cxn>
              <a:cxn ang="0">
                <a:pos x="117052" y="283356"/>
              </a:cxn>
              <a:cxn ang="0">
                <a:pos x="165249" y="283356"/>
              </a:cxn>
              <a:cxn ang="0">
                <a:pos x="179020" y="297178"/>
              </a:cxn>
              <a:cxn ang="0">
                <a:pos x="165249" y="304089"/>
              </a:cxn>
              <a:cxn ang="0">
                <a:pos x="48198" y="304089"/>
              </a:cxn>
              <a:cxn ang="0">
                <a:pos x="34427" y="297178"/>
              </a:cxn>
              <a:cxn ang="0">
                <a:pos x="48198" y="283356"/>
              </a:cxn>
              <a:cxn ang="0">
                <a:pos x="96395" y="283356"/>
              </a:cxn>
              <a:cxn ang="0">
                <a:pos x="96395" y="255711"/>
              </a:cxn>
              <a:cxn ang="0">
                <a:pos x="0" y="152045"/>
              </a:cxn>
              <a:cxn ang="0">
                <a:pos x="0" y="131311"/>
              </a:cxn>
              <a:cxn ang="0">
                <a:pos x="13771" y="117489"/>
              </a:cxn>
              <a:cxn ang="0">
                <a:pos x="27542" y="131311"/>
              </a:cxn>
              <a:cxn ang="0">
                <a:pos x="27542" y="152045"/>
              </a:cxn>
              <a:cxn ang="0">
                <a:pos x="110166" y="234978"/>
              </a:cxn>
              <a:cxn ang="0">
                <a:pos x="192791" y="152045"/>
              </a:cxn>
              <a:cxn ang="0">
                <a:pos x="192791" y="131311"/>
              </a:cxn>
              <a:cxn ang="0">
                <a:pos x="199676" y="117489"/>
              </a:cxn>
              <a:cxn ang="0">
                <a:pos x="213447" y="131311"/>
              </a:cxn>
              <a:cxn ang="0">
                <a:pos x="213447" y="152045"/>
              </a:cxn>
              <a:cxn ang="0">
                <a:pos x="165249" y="152045"/>
              </a:cxn>
              <a:cxn ang="0">
                <a:pos x="110166" y="214245"/>
              </a:cxn>
              <a:cxn ang="0">
                <a:pos x="48198" y="152045"/>
              </a:cxn>
              <a:cxn ang="0">
                <a:pos x="48198" y="55289"/>
              </a:cxn>
              <a:cxn ang="0">
                <a:pos x="110166" y="0"/>
              </a:cxn>
              <a:cxn ang="0">
                <a:pos x="165249" y="55289"/>
              </a:cxn>
              <a:cxn ang="0">
                <a:pos x="165249" y="152045"/>
              </a:cxn>
            </a:cxnLst>
            <a:rect l="0" t="0" r="0" b="0"/>
            <a:pathLst>
              <a:path w="31" h="44">
                <a:moveTo>
                  <a:pt x="31" y="22"/>
                </a:moveTo>
                <a:cubicBezTo>
                  <a:pt x="31" y="30"/>
                  <a:pt x="25" y="36"/>
                  <a:pt x="17" y="37"/>
                </a:cubicBezTo>
                <a:cubicBezTo>
                  <a:pt x="17" y="41"/>
                  <a:pt x="17" y="41"/>
                  <a:pt x="17" y="41"/>
                </a:cubicBezTo>
                <a:cubicBezTo>
                  <a:pt x="24" y="41"/>
                  <a:pt x="24" y="41"/>
                  <a:pt x="24" y="41"/>
                </a:cubicBezTo>
                <a:cubicBezTo>
                  <a:pt x="25" y="41"/>
                  <a:pt x="26" y="42"/>
                  <a:pt x="26" y="43"/>
                </a:cubicBezTo>
                <a:cubicBezTo>
                  <a:pt x="26" y="43"/>
                  <a:pt x="25" y="44"/>
                  <a:pt x="24" y="44"/>
                </a:cubicBezTo>
                <a:cubicBezTo>
                  <a:pt x="7" y="44"/>
                  <a:pt x="7" y="44"/>
                  <a:pt x="7" y="44"/>
                </a:cubicBezTo>
                <a:cubicBezTo>
                  <a:pt x="6" y="44"/>
                  <a:pt x="5" y="43"/>
                  <a:pt x="5" y="43"/>
                </a:cubicBezTo>
                <a:cubicBezTo>
                  <a:pt x="5" y="42"/>
                  <a:pt x="6" y="41"/>
                  <a:pt x="7" y="41"/>
                </a:cubicBezTo>
                <a:cubicBezTo>
                  <a:pt x="14" y="41"/>
                  <a:pt x="14" y="41"/>
                  <a:pt x="14" y="41"/>
                </a:cubicBezTo>
                <a:cubicBezTo>
                  <a:pt x="14" y="37"/>
                  <a:pt x="14" y="37"/>
                  <a:pt x="14" y="37"/>
                </a:cubicBezTo>
                <a:cubicBezTo>
                  <a:pt x="6" y="36"/>
                  <a:pt x="0" y="30"/>
                  <a:pt x="0" y="2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8"/>
                  <a:pt x="1" y="17"/>
                  <a:pt x="2" y="17"/>
                </a:cubicBezTo>
                <a:cubicBezTo>
                  <a:pt x="3" y="17"/>
                  <a:pt x="4" y="18"/>
                  <a:pt x="4" y="19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9"/>
                  <a:pt x="9" y="34"/>
                  <a:pt x="16" y="34"/>
                </a:cubicBezTo>
                <a:cubicBezTo>
                  <a:pt x="22" y="34"/>
                  <a:pt x="28" y="29"/>
                  <a:pt x="28" y="22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8"/>
                  <a:pt x="28" y="17"/>
                  <a:pt x="29" y="17"/>
                </a:cubicBezTo>
                <a:cubicBezTo>
                  <a:pt x="30" y="17"/>
                  <a:pt x="31" y="18"/>
                  <a:pt x="31" y="19"/>
                </a:cubicBezTo>
                <a:lnTo>
                  <a:pt x="31" y="22"/>
                </a:lnTo>
                <a:close/>
                <a:moveTo>
                  <a:pt x="24" y="22"/>
                </a:moveTo>
                <a:cubicBezTo>
                  <a:pt x="24" y="27"/>
                  <a:pt x="20" y="31"/>
                  <a:pt x="16" y="31"/>
                </a:cubicBezTo>
                <a:cubicBezTo>
                  <a:pt x="11" y="31"/>
                  <a:pt x="7" y="27"/>
                  <a:pt x="7" y="22"/>
                </a:cubicBezTo>
                <a:cubicBezTo>
                  <a:pt x="7" y="8"/>
                  <a:pt x="7" y="8"/>
                  <a:pt x="7" y="8"/>
                </a:cubicBezTo>
                <a:cubicBezTo>
                  <a:pt x="7" y="4"/>
                  <a:pt x="11" y="0"/>
                  <a:pt x="16" y="0"/>
                </a:cubicBezTo>
                <a:cubicBezTo>
                  <a:pt x="20" y="0"/>
                  <a:pt x="24" y="4"/>
                  <a:pt x="24" y="8"/>
                </a:cubicBezTo>
                <a:lnTo>
                  <a:pt x="24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回形针"/>
          <p:cNvSpPr/>
          <p:nvPr/>
        </p:nvSpPr>
        <p:spPr>
          <a:xfrm>
            <a:off x="4534535" y="2366645"/>
            <a:ext cx="409575" cy="595630"/>
          </a:xfrm>
          <a:custGeom>
            <a:avLst/>
            <a:gdLst/>
            <a:ahLst/>
            <a:cxnLst>
              <a:cxn ang="0">
                <a:pos x="207753" y="283619"/>
              </a:cxn>
              <a:cxn ang="0">
                <a:pos x="166203" y="262866"/>
              </a:cxn>
              <a:cxn ang="0">
                <a:pos x="20775" y="117598"/>
              </a:cxn>
              <a:cxn ang="0">
                <a:pos x="0" y="69175"/>
              </a:cxn>
              <a:cxn ang="0">
                <a:pos x="69251" y="0"/>
              </a:cxn>
              <a:cxn ang="0">
                <a:pos x="124652" y="20753"/>
              </a:cxn>
              <a:cxn ang="0">
                <a:pos x="235454" y="131433"/>
              </a:cxn>
              <a:cxn ang="0">
                <a:pos x="235454" y="138351"/>
              </a:cxn>
              <a:cxn ang="0">
                <a:pos x="221603" y="152186"/>
              </a:cxn>
              <a:cxn ang="0">
                <a:pos x="221603" y="152186"/>
              </a:cxn>
              <a:cxn ang="0">
                <a:pos x="103877" y="34588"/>
              </a:cxn>
              <a:cxn ang="0">
                <a:pos x="69251" y="20753"/>
              </a:cxn>
              <a:cxn ang="0">
                <a:pos x="27700" y="69175"/>
              </a:cxn>
              <a:cxn ang="0">
                <a:pos x="41551" y="103763"/>
              </a:cxn>
              <a:cxn ang="0">
                <a:pos x="186978" y="249031"/>
              </a:cxn>
              <a:cxn ang="0">
                <a:pos x="207753" y="262866"/>
              </a:cxn>
              <a:cxn ang="0">
                <a:pos x="235454" y="235196"/>
              </a:cxn>
              <a:cxn ang="0">
                <a:pos x="228528" y="207526"/>
              </a:cxn>
              <a:cxn ang="0">
                <a:pos x="117727" y="96846"/>
              </a:cxn>
              <a:cxn ang="0">
                <a:pos x="110802" y="89928"/>
              </a:cxn>
              <a:cxn ang="0">
                <a:pos x="96951" y="103763"/>
              </a:cxn>
              <a:cxn ang="0">
                <a:pos x="96951" y="117598"/>
              </a:cxn>
              <a:cxn ang="0">
                <a:pos x="173128" y="193691"/>
              </a:cxn>
              <a:cxn ang="0">
                <a:pos x="180053" y="193691"/>
              </a:cxn>
              <a:cxn ang="0">
                <a:pos x="166203" y="214444"/>
              </a:cxn>
              <a:cxn ang="0">
                <a:pos x="159277" y="207526"/>
              </a:cxn>
              <a:cxn ang="0">
                <a:pos x="83101" y="131433"/>
              </a:cxn>
              <a:cxn ang="0">
                <a:pos x="69251" y="103763"/>
              </a:cxn>
              <a:cxn ang="0">
                <a:pos x="110802" y="69175"/>
              </a:cxn>
              <a:cxn ang="0">
                <a:pos x="138502" y="83010"/>
              </a:cxn>
              <a:cxn ang="0">
                <a:pos x="242379" y="186773"/>
              </a:cxn>
              <a:cxn ang="0">
                <a:pos x="263154" y="235196"/>
              </a:cxn>
              <a:cxn ang="0">
                <a:pos x="207753" y="283619"/>
              </a:cxn>
            </a:cxnLst>
            <a:rect l="0" t="0" r="0" b="0"/>
            <a:pathLst>
              <a:path w="38" h="41">
                <a:moveTo>
                  <a:pt x="30" y="41"/>
                </a:moveTo>
                <a:cubicBezTo>
                  <a:pt x="28" y="41"/>
                  <a:pt x="26" y="40"/>
                  <a:pt x="24" y="38"/>
                </a:cubicBezTo>
                <a:cubicBezTo>
                  <a:pt x="3" y="17"/>
                  <a:pt x="3" y="17"/>
                  <a:pt x="3" y="17"/>
                </a:cubicBezTo>
                <a:cubicBezTo>
                  <a:pt x="1" y="16"/>
                  <a:pt x="0" y="13"/>
                  <a:pt x="0" y="10"/>
                </a:cubicBezTo>
                <a:cubicBezTo>
                  <a:pt x="0" y="5"/>
                  <a:pt x="5" y="0"/>
                  <a:pt x="10" y="0"/>
                </a:cubicBezTo>
                <a:cubicBezTo>
                  <a:pt x="13" y="0"/>
                  <a:pt x="16" y="1"/>
                  <a:pt x="18" y="3"/>
                </a:cubicBezTo>
                <a:cubicBezTo>
                  <a:pt x="34" y="19"/>
                  <a:pt x="34" y="19"/>
                  <a:pt x="34" y="19"/>
                </a:cubicBezTo>
                <a:cubicBezTo>
                  <a:pt x="34" y="19"/>
                  <a:pt x="34" y="20"/>
                  <a:pt x="34" y="20"/>
                </a:cubicBezTo>
                <a:cubicBezTo>
                  <a:pt x="34" y="20"/>
                  <a:pt x="33" y="22"/>
                  <a:pt x="32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15" y="5"/>
                  <a:pt x="15" y="5"/>
                  <a:pt x="15" y="5"/>
                </a:cubicBezTo>
                <a:cubicBezTo>
                  <a:pt x="14" y="4"/>
                  <a:pt x="12" y="3"/>
                  <a:pt x="10" y="3"/>
                </a:cubicBezTo>
                <a:cubicBezTo>
                  <a:pt x="7" y="3"/>
                  <a:pt x="4" y="6"/>
                  <a:pt x="4" y="10"/>
                </a:cubicBezTo>
                <a:cubicBezTo>
                  <a:pt x="4" y="12"/>
                  <a:pt x="4" y="14"/>
                  <a:pt x="6" y="15"/>
                </a:cubicBezTo>
                <a:cubicBezTo>
                  <a:pt x="27" y="36"/>
                  <a:pt x="27" y="36"/>
                  <a:pt x="27" y="36"/>
                </a:cubicBezTo>
                <a:cubicBezTo>
                  <a:pt x="28" y="37"/>
                  <a:pt x="29" y="38"/>
                  <a:pt x="30" y="38"/>
                </a:cubicBezTo>
                <a:cubicBezTo>
                  <a:pt x="33" y="38"/>
                  <a:pt x="34" y="36"/>
                  <a:pt x="34" y="34"/>
                </a:cubicBezTo>
                <a:cubicBezTo>
                  <a:pt x="34" y="32"/>
                  <a:pt x="34" y="31"/>
                  <a:pt x="33" y="30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6" y="13"/>
                  <a:pt x="16" y="13"/>
                </a:cubicBezTo>
                <a:cubicBezTo>
                  <a:pt x="15" y="13"/>
                  <a:pt x="14" y="14"/>
                  <a:pt x="14" y="15"/>
                </a:cubicBezTo>
                <a:cubicBezTo>
                  <a:pt x="14" y="16"/>
                  <a:pt x="14" y="16"/>
                  <a:pt x="14" y="17"/>
                </a:cubicBezTo>
                <a:cubicBezTo>
                  <a:pt x="25" y="28"/>
                  <a:pt x="25" y="28"/>
                  <a:pt x="25" y="28"/>
                </a:cubicBezTo>
                <a:cubicBezTo>
                  <a:pt x="26" y="28"/>
                  <a:pt x="26" y="28"/>
                  <a:pt x="26" y="28"/>
                </a:cubicBezTo>
                <a:cubicBezTo>
                  <a:pt x="26" y="29"/>
                  <a:pt x="24" y="31"/>
                  <a:pt x="24" y="31"/>
                </a:cubicBezTo>
                <a:cubicBezTo>
                  <a:pt x="23" y="31"/>
                  <a:pt x="23" y="30"/>
                  <a:pt x="23" y="30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8"/>
                  <a:pt x="10" y="17"/>
                  <a:pt x="10" y="15"/>
                </a:cubicBezTo>
                <a:cubicBezTo>
                  <a:pt x="10" y="12"/>
                  <a:pt x="13" y="10"/>
                  <a:pt x="16" y="10"/>
                </a:cubicBezTo>
                <a:cubicBezTo>
                  <a:pt x="17" y="10"/>
                  <a:pt x="19" y="11"/>
                  <a:pt x="20" y="12"/>
                </a:cubicBezTo>
                <a:cubicBezTo>
                  <a:pt x="35" y="27"/>
                  <a:pt x="35" y="27"/>
                  <a:pt x="35" y="27"/>
                </a:cubicBezTo>
                <a:cubicBezTo>
                  <a:pt x="37" y="29"/>
                  <a:pt x="38" y="31"/>
                  <a:pt x="38" y="34"/>
                </a:cubicBezTo>
                <a:cubicBezTo>
                  <a:pt x="38" y="38"/>
                  <a:pt x="35" y="41"/>
                  <a:pt x="30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磁盘"/>
          <p:cNvSpPr>
            <a:spLocks noEditPoints="1"/>
          </p:cNvSpPr>
          <p:nvPr/>
        </p:nvSpPr>
        <p:spPr>
          <a:xfrm>
            <a:off x="7273925" y="2400300"/>
            <a:ext cx="358140" cy="473710"/>
          </a:xfrm>
          <a:custGeom>
            <a:avLst/>
            <a:gdLst/>
            <a:ahLst/>
            <a:cxnLst>
              <a:cxn ang="0">
                <a:pos x="283620" y="269784"/>
              </a:cxn>
              <a:cxn ang="0">
                <a:pos x="269785" y="283619"/>
              </a:cxn>
              <a:cxn ang="0">
                <a:pos x="20753" y="283619"/>
              </a:cxn>
              <a:cxn ang="0">
                <a:pos x="0" y="269784"/>
              </a:cxn>
              <a:cxn ang="0">
                <a:pos x="0" y="20753"/>
              </a:cxn>
              <a:cxn ang="0">
                <a:pos x="20753" y="0"/>
              </a:cxn>
              <a:cxn ang="0">
                <a:pos x="193692" y="0"/>
              </a:cxn>
              <a:cxn ang="0">
                <a:pos x="221362" y="13835"/>
              </a:cxn>
              <a:cxn ang="0">
                <a:pos x="276702" y="62258"/>
              </a:cxn>
              <a:cxn ang="0">
                <a:pos x="283620" y="96846"/>
              </a:cxn>
              <a:cxn ang="0">
                <a:pos x="283620" y="269784"/>
              </a:cxn>
              <a:cxn ang="0">
                <a:pos x="262867" y="262866"/>
              </a:cxn>
              <a:cxn ang="0">
                <a:pos x="262867" y="96846"/>
              </a:cxn>
              <a:cxn ang="0">
                <a:pos x="255950" y="83010"/>
              </a:cxn>
              <a:cxn ang="0">
                <a:pos x="207527" y="27670"/>
              </a:cxn>
              <a:cxn ang="0">
                <a:pos x="193692" y="27670"/>
              </a:cxn>
              <a:cxn ang="0">
                <a:pos x="193692" y="103763"/>
              </a:cxn>
              <a:cxn ang="0">
                <a:pos x="172939" y="117598"/>
              </a:cxn>
              <a:cxn ang="0">
                <a:pos x="69176" y="117598"/>
              </a:cxn>
              <a:cxn ang="0">
                <a:pos x="48423" y="103763"/>
              </a:cxn>
              <a:cxn ang="0">
                <a:pos x="48423" y="27670"/>
              </a:cxn>
              <a:cxn ang="0">
                <a:pos x="27670" y="27670"/>
              </a:cxn>
              <a:cxn ang="0">
                <a:pos x="27670" y="262866"/>
              </a:cxn>
              <a:cxn ang="0">
                <a:pos x="48423" y="262866"/>
              </a:cxn>
              <a:cxn ang="0">
                <a:pos x="48423" y="186773"/>
              </a:cxn>
              <a:cxn ang="0">
                <a:pos x="69176" y="166021"/>
              </a:cxn>
              <a:cxn ang="0">
                <a:pos x="221362" y="166021"/>
              </a:cxn>
              <a:cxn ang="0">
                <a:pos x="235197" y="186773"/>
              </a:cxn>
              <a:cxn ang="0">
                <a:pos x="235197" y="262866"/>
              </a:cxn>
              <a:cxn ang="0">
                <a:pos x="262867" y="262866"/>
              </a:cxn>
              <a:cxn ang="0">
                <a:pos x="214444" y="262866"/>
              </a:cxn>
              <a:cxn ang="0">
                <a:pos x="214444" y="193691"/>
              </a:cxn>
              <a:cxn ang="0">
                <a:pos x="69176" y="193691"/>
              </a:cxn>
              <a:cxn ang="0">
                <a:pos x="69176" y="262866"/>
              </a:cxn>
              <a:cxn ang="0">
                <a:pos x="214444" y="262866"/>
              </a:cxn>
              <a:cxn ang="0">
                <a:pos x="166021" y="27670"/>
              </a:cxn>
              <a:cxn ang="0">
                <a:pos x="159104" y="27670"/>
              </a:cxn>
              <a:cxn ang="0">
                <a:pos x="124516" y="27670"/>
              </a:cxn>
              <a:cxn ang="0">
                <a:pos x="117599" y="27670"/>
              </a:cxn>
              <a:cxn ang="0">
                <a:pos x="117599" y="89928"/>
              </a:cxn>
              <a:cxn ang="0">
                <a:pos x="124516" y="96846"/>
              </a:cxn>
              <a:cxn ang="0">
                <a:pos x="159104" y="96846"/>
              </a:cxn>
              <a:cxn ang="0">
                <a:pos x="166021" y="89928"/>
              </a:cxn>
              <a:cxn ang="0">
                <a:pos x="166021" y="27670"/>
              </a:cxn>
            </a:cxnLst>
            <a:rect l="0" t="0" r="0" b="0"/>
            <a:pathLst>
              <a:path w="41" h="41">
                <a:moveTo>
                  <a:pt x="41" y="39"/>
                </a:moveTo>
                <a:cubicBezTo>
                  <a:pt x="41" y="40"/>
                  <a:pt x="40" y="41"/>
                  <a:pt x="39" y="41"/>
                </a:cubicBezTo>
                <a:cubicBezTo>
                  <a:pt x="3" y="41"/>
                  <a:pt x="3" y="41"/>
                  <a:pt x="3" y="41"/>
                </a:cubicBezTo>
                <a:cubicBezTo>
                  <a:pt x="1" y="41"/>
                  <a:pt x="0" y="40"/>
                  <a:pt x="0" y="39"/>
                </a:cubicBezTo>
                <a:cubicBezTo>
                  <a:pt x="0" y="3"/>
                  <a:pt x="0" y="3"/>
                  <a:pt x="0" y="3"/>
                </a:cubicBezTo>
                <a:cubicBezTo>
                  <a:pt x="0" y="1"/>
                  <a:pt x="1" y="0"/>
                  <a:pt x="3" y="0"/>
                </a:cubicBezTo>
                <a:cubicBezTo>
                  <a:pt x="28" y="0"/>
                  <a:pt x="28" y="0"/>
                  <a:pt x="28" y="0"/>
                </a:cubicBezTo>
                <a:cubicBezTo>
                  <a:pt x="29" y="0"/>
                  <a:pt x="31" y="1"/>
                  <a:pt x="32" y="2"/>
                </a:cubicBezTo>
                <a:cubicBezTo>
                  <a:pt x="40" y="9"/>
                  <a:pt x="40" y="9"/>
                  <a:pt x="40" y="9"/>
                </a:cubicBezTo>
                <a:cubicBezTo>
                  <a:pt x="41" y="10"/>
                  <a:pt x="41" y="12"/>
                  <a:pt x="41" y="14"/>
                </a:cubicBezTo>
                <a:lnTo>
                  <a:pt x="41" y="39"/>
                </a:lnTo>
                <a:close/>
                <a:moveTo>
                  <a:pt x="38" y="38"/>
                </a:moveTo>
                <a:cubicBezTo>
                  <a:pt x="38" y="14"/>
                  <a:pt x="38" y="14"/>
                  <a:pt x="38" y="14"/>
                </a:cubicBezTo>
                <a:cubicBezTo>
                  <a:pt x="38" y="13"/>
                  <a:pt x="37" y="12"/>
                  <a:pt x="37" y="12"/>
                </a:cubicBezTo>
                <a:cubicBezTo>
                  <a:pt x="30" y="4"/>
                  <a:pt x="30" y="4"/>
                  <a:pt x="30" y="4"/>
                </a:cubicBezTo>
                <a:cubicBezTo>
                  <a:pt x="29" y="4"/>
                  <a:pt x="28" y="4"/>
                  <a:pt x="28" y="4"/>
                </a:cubicBezTo>
                <a:cubicBezTo>
                  <a:pt x="28" y="15"/>
                  <a:pt x="28" y="15"/>
                  <a:pt x="28" y="15"/>
                </a:cubicBezTo>
                <a:cubicBezTo>
                  <a:pt x="28" y="16"/>
                  <a:pt x="26" y="17"/>
                  <a:pt x="25" y="17"/>
                </a:cubicBezTo>
                <a:cubicBezTo>
                  <a:pt x="10" y="17"/>
                  <a:pt x="10" y="17"/>
                  <a:pt x="10" y="17"/>
                </a:cubicBezTo>
                <a:cubicBezTo>
                  <a:pt x="8" y="17"/>
                  <a:pt x="7" y="16"/>
                  <a:pt x="7" y="15"/>
                </a:cubicBezTo>
                <a:cubicBezTo>
                  <a:pt x="7" y="4"/>
                  <a:pt x="7" y="4"/>
                  <a:pt x="7" y="4"/>
                </a:cubicBezTo>
                <a:cubicBezTo>
                  <a:pt x="4" y="4"/>
                  <a:pt x="4" y="4"/>
                  <a:pt x="4" y="4"/>
                </a:cubicBezTo>
                <a:cubicBezTo>
                  <a:pt x="4" y="38"/>
                  <a:pt x="4" y="38"/>
                  <a:pt x="4" y="38"/>
                </a:cubicBezTo>
                <a:cubicBezTo>
                  <a:pt x="7" y="38"/>
                  <a:pt x="7" y="38"/>
                  <a:pt x="7" y="38"/>
                </a:cubicBezTo>
                <a:cubicBezTo>
                  <a:pt x="7" y="27"/>
                  <a:pt x="7" y="27"/>
                  <a:pt x="7" y="27"/>
                </a:cubicBezTo>
                <a:cubicBezTo>
                  <a:pt x="7" y="25"/>
                  <a:pt x="8" y="24"/>
                  <a:pt x="10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3" y="24"/>
                  <a:pt x="34" y="25"/>
                  <a:pt x="34" y="27"/>
                </a:cubicBezTo>
                <a:cubicBezTo>
                  <a:pt x="34" y="38"/>
                  <a:pt x="34" y="38"/>
                  <a:pt x="34" y="38"/>
                </a:cubicBezTo>
                <a:lnTo>
                  <a:pt x="38" y="38"/>
                </a:lnTo>
                <a:close/>
                <a:moveTo>
                  <a:pt x="31" y="38"/>
                </a:moveTo>
                <a:cubicBezTo>
                  <a:pt x="31" y="28"/>
                  <a:pt x="31" y="28"/>
                  <a:pt x="31" y="28"/>
                </a:cubicBezTo>
                <a:cubicBezTo>
                  <a:pt x="10" y="28"/>
                  <a:pt x="10" y="28"/>
                  <a:pt x="10" y="28"/>
                </a:cubicBezTo>
                <a:cubicBezTo>
                  <a:pt x="10" y="38"/>
                  <a:pt x="10" y="38"/>
                  <a:pt x="10" y="38"/>
                </a:cubicBezTo>
                <a:lnTo>
                  <a:pt x="31" y="38"/>
                </a:lnTo>
                <a:close/>
                <a:moveTo>
                  <a:pt x="24" y="4"/>
                </a:moveTo>
                <a:cubicBezTo>
                  <a:pt x="24" y="4"/>
                  <a:pt x="24" y="4"/>
                  <a:pt x="23" y="4"/>
                </a:cubicBezTo>
                <a:cubicBezTo>
                  <a:pt x="18" y="4"/>
                  <a:pt x="18" y="4"/>
                  <a:pt x="18" y="4"/>
                </a:cubicBezTo>
                <a:cubicBezTo>
                  <a:pt x="18" y="4"/>
                  <a:pt x="17" y="4"/>
                  <a:pt x="17" y="4"/>
                </a:cubicBezTo>
                <a:cubicBezTo>
                  <a:pt x="17" y="13"/>
                  <a:pt x="17" y="13"/>
                  <a:pt x="17" y="13"/>
                </a:cubicBezTo>
                <a:cubicBezTo>
                  <a:pt x="17" y="13"/>
                  <a:pt x="18" y="14"/>
                  <a:pt x="18" y="14"/>
                </a:cubicBezTo>
                <a:cubicBezTo>
                  <a:pt x="23" y="14"/>
                  <a:pt x="23" y="14"/>
                  <a:pt x="23" y="14"/>
                </a:cubicBezTo>
                <a:cubicBezTo>
                  <a:pt x="24" y="14"/>
                  <a:pt x="24" y="13"/>
                  <a:pt x="24" y="13"/>
                </a:cubicBezTo>
                <a:lnTo>
                  <a:pt x="24" y="4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卡片"/>
          <p:cNvSpPr>
            <a:spLocks noEditPoints="1"/>
          </p:cNvSpPr>
          <p:nvPr/>
        </p:nvSpPr>
        <p:spPr>
          <a:xfrm>
            <a:off x="10020300" y="2366645"/>
            <a:ext cx="342265" cy="579755"/>
          </a:xfrm>
          <a:custGeom>
            <a:avLst/>
            <a:gdLst/>
            <a:ahLst/>
            <a:cxnLst>
              <a:cxn ang="0">
                <a:pos x="214678" y="326382"/>
              </a:cxn>
              <a:cxn ang="0">
                <a:pos x="214678" y="333326"/>
              </a:cxn>
              <a:cxn ang="0">
                <a:pos x="214678" y="333326"/>
              </a:cxn>
              <a:cxn ang="0">
                <a:pos x="6925" y="333326"/>
              </a:cxn>
              <a:cxn ang="0">
                <a:pos x="0" y="333326"/>
              </a:cxn>
              <a:cxn ang="0">
                <a:pos x="0" y="333326"/>
              </a:cxn>
              <a:cxn ang="0">
                <a:pos x="0" y="201384"/>
              </a:cxn>
              <a:cxn ang="0">
                <a:pos x="20775" y="201384"/>
              </a:cxn>
              <a:cxn ang="0">
                <a:pos x="20775" y="312493"/>
              </a:cxn>
              <a:cxn ang="0">
                <a:pos x="193903" y="312493"/>
              </a:cxn>
              <a:cxn ang="0">
                <a:pos x="193903" y="201384"/>
              </a:cxn>
              <a:cxn ang="0">
                <a:pos x="214678" y="201384"/>
              </a:cxn>
              <a:cxn ang="0">
                <a:pos x="214678" y="326382"/>
              </a:cxn>
              <a:cxn ang="0">
                <a:pos x="173128" y="291660"/>
              </a:cxn>
              <a:cxn ang="0">
                <a:pos x="41551" y="291660"/>
              </a:cxn>
              <a:cxn ang="0">
                <a:pos x="41551" y="263883"/>
              </a:cxn>
              <a:cxn ang="0">
                <a:pos x="173128" y="263883"/>
              </a:cxn>
              <a:cxn ang="0">
                <a:pos x="173128" y="291660"/>
              </a:cxn>
              <a:cxn ang="0">
                <a:pos x="173128" y="229162"/>
              </a:cxn>
              <a:cxn ang="0">
                <a:pos x="173128" y="256939"/>
              </a:cxn>
              <a:cxn ang="0">
                <a:pos x="41551" y="243050"/>
              </a:cxn>
              <a:cxn ang="0">
                <a:pos x="41551" y="215273"/>
              </a:cxn>
              <a:cxn ang="0">
                <a:pos x="173128" y="229162"/>
              </a:cxn>
              <a:cxn ang="0">
                <a:pos x="186978" y="194440"/>
              </a:cxn>
              <a:cxn ang="0">
                <a:pos x="180053" y="215273"/>
              </a:cxn>
              <a:cxn ang="0">
                <a:pos x="48476" y="187496"/>
              </a:cxn>
              <a:cxn ang="0">
                <a:pos x="55401" y="159719"/>
              </a:cxn>
              <a:cxn ang="0">
                <a:pos x="186978" y="194440"/>
              </a:cxn>
              <a:cxn ang="0">
                <a:pos x="200828" y="159719"/>
              </a:cxn>
              <a:cxn ang="0">
                <a:pos x="186978" y="180552"/>
              </a:cxn>
              <a:cxn ang="0">
                <a:pos x="76176" y="118053"/>
              </a:cxn>
              <a:cxn ang="0">
                <a:pos x="90026" y="90276"/>
              </a:cxn>
              <a:cxn ang="0">
                <a:pos x="200828" y="159719"/>
              </a:cxn>
              <a:cxn ang="0">
                <a:pos x="228528" y="138886"/>
              </a:cxn>
              <a:cxn ang="0">
                <a:pos x="207753" y="152774"/>
              </a:cxn>
              <a:cxn ang="0">
                <a:pos x="131577" y="48610"/>
              </a:cxn>
              <a:cxn ang="0">
                <a:pos x="152352" y="27777"/>
              </a:cxn>
              <a:cxn ang="0">
                <a:pos x="228528" y="138886"/>
              </a:cxn>
              <a:cxn ang="0">
                <a:pos x="263154" y="131942"/>
              </a:cxn>
              <a:cxn ang="0">
                <a:pos x="235454" y="138886"/>
              </a:cxn>
              <a:cxn ang="0">
                <a:pos x="207753" y="6944"/>
              </a:cxn>
              <a:cxn ang="0">
                <a:pos x="235454" y="0"/>
              </a:cxn>
              <a:cxn ang="0">
                <a:pos x="263154" y="131942"/>
              </a:cxn>
            </a:cxnLst>
            <a:rect l="0" t="0" r="0" b="0"/>
            <a:pathLst>
              <a:path w="38" h="48">
                <a:moveTo>
                  <a:pt x="31" y="47"/>
                </a:moveTo>
                <a:cubicBezTo>
                  <a:pt x="31" y="48"/>
                  <a:pt x="31" y="48"/>
                  <a:pt x="31" y="48"/>
                </a:cubicBezTo>
                <a:cubicBezTo>
                  <a:pt x="31" y="48"/>
                  <a:pt x="31" y="48"/>
                  <a:pt x="31" y="48"/>
                </a:cubicBezTo>
                <a:cubicBezTo>
                  <a:pt x="1" y="48"/>
                  <a:pt x="1" y="48"/>
                  <a:pt x="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9"/>
                  <a:pt x="0" y="29"/>
                  <a:pt x="0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45"/>
                  <a:pt x="3" y="45"/>
                  <a:pt x="3" y="45"/>
                </a:cubicBezTo>
                <a:cubicBezTo>
                  <a:pt x="28" y="45"/>
                  <a:pt x="28" y="45"/>
                  <a:pt x="28" y="45"/>
                </a:cubicBezTo>
                <a:cubicBezTo>
                  <a:pt x="28" y="29"/>
                  <a:pt x="28" y="29"/>
                  <a:pt x="28" y="29"/>
                </a:cubicBezTo>
                <a:cubicBezTo>
                  <a:pt x="31" y="29"/>
                  <a:pt x="31" y="29"/>
                  <a:pt x="31" y="29"/>
                </a:cubicBezTo>
                <a:lnTo>
                  <a:pt x="31" y="47"/>
                </a:lnTo>
                <a:close/>
                <a:moveTo>
                  <a:pt x="25" y="42"/>
                </a:moveTo>
                <a:cubicBezTo>
                  <a:pt x="6" y="42"/>
                  <a:pt x="6" y="42"/>
                  <a:pt x="6" y="42"/>
                </a:cubicBezTo>
                <a:cubicBezTo>
                  <a:pt x="6" y="38"/>
                  <a:pt x="6" y="38"/>
                  <a:pt x="6" y="38"/>
                </a:cubicBezTo>
                <a:cubicBezTo>
                  <a:pt x="25" y="38"/>
                  <a:pt x="25" y="38"/>
                  <a:pt x="25" y="38"/>
                </a:cubicBezTo>
                <a:lnTo>
                  <a:pt x="25" y="42"/>
                </a:lnTo>
                <a:close/>
                <a:moveTo>
                  <a:pt x="25" y="33"/>
                </a:moveTo>
                <a:cubicBezTo>
                  <a:pt x="25" y="37"/>
                  <a:pt x="25" y="37"/>
                  <a:pt x="25" y="37"/>
                </a:cubicBezTo>
                <a:cubicBezTo>
                  <a:pt x="6" y="35"/>
                  <a:pt x="6" y="35"/>
                  <a:pt x="6" y="35"/>
                </a:cubicBezTo>
                <a:cubicBezTo>
                  <a:pt x="6" y="31"/>
                  <a:pt x="6" y="31"/>
                  <a:pt x="6" y="31"/>
                </a:cubicBezTo>
                <a:lnTo>
                  <a:pt x="25" y="33"/>
                </a:lnTo>
                <a:close/>
                <a:moveTo>
                  <a:pt x="27" y="28"/>
                </a:moveTo>
                <a:cubicBezTo>
                  <a:pt x="26" y="31"/>
                  <a:pt x="26" y="31"/>
                  <a:pt x="26" y="31"/>
                </a:cubicBezTo>
                <a:cubicBezTo>
                  <a:pt x="7" y="27"/>
                  <a:pt x="7" y="27"/>
                  <a:pt x="7" y="27"/>
                </a:cubicBezTo>
                <a:cubicBezTo>
                  <a:pt x="8" y="23"/>
                  <a:pt x="8" y="23"/>
                  <a:pt x="8" y="23"/>
                </a:cubicBezTo>
                <a:lnTo>
                  <a:pt x="27" y="28"/>
                </a:lnTo>
                <a:close/>
                <a:moveTo>
                  <a:pt x="29" y="23"/>
                </a:moveTo>
                <a:cubicBezTo>
                  <a:pt x="27" y="26"/>
                  <a:pt x="27" y="26"/>
                  <a:pt x="27" y="26"/>
                </a:cubicBezTo>
                <a:cubicBezTo>
                  <a:pt x="11" y="17"/>
                  <a:pt x="11" y="17"/>
                  <a:pt x="11" y="17"/>
                </a:cubicBezTo>
                <a:cubicBezTo>
                  <a:pt x="13" y="13"/>
                  <a:pt x="13" y="13"/>
                  <a:pt x="13" y="13"/>
                </a:cubicBezTo>
                <a:lnTo>
                  <a:pt x="29" y="23"/>
                </a:lnTo>
                <a:close/>
                <a:moveTo>
                  <a:pt x="33" y="20"/>
                </a:moveTo>
                <a:cubicBezTo>
                  <a:pt x="30" y="22"/>
                  <a:pt x="30" y="22"/>
                  <a:pt x="30" y="22"/>
                </a:cubicBezTo>
                <a:cubicBezTo>
                  <a:pt x="19" y="7"/>
                  <a:pt x="19" y="7"/>
                  <a:pt x="19" y="7"/>
                </a:cubicBezTo>
                <a:cubicBezTo>
                  <a:pt x="22" y="4"/>
                  <a:pt x="22" y="4"/>
                  <a:pt x="22" y="4"/>
                </a:cubicBezTo>
                <a:lnTo>
                  <a:pt x="33" y="20"/>
                </a:lnTo>
                <a:close/>
                <a:moveTo>
                  <a:pt x="38" y="19"/>
                </a:moveTo>
                <a:cubicBezTo>
                  <a:pt x="34" y="20"/>
                  <a:pt x="34" y="20"/>
                  <a:pt x="34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4" y="0"/>
                  <a:pt x="34" y="0"/>
                  <a:pt x="34" y="0"/>
                </a:cubicBezTo>
                <a:lnTo>
                  <a:pt x="38" y="19"/>
                </a:ln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五边形 12"/>
          <p:cNvSpPr/>
          <p:nvPr/>
        </p:nvSpPr>
        <p:spPr>
          <a:xfrm rot="16200000">
            <a:off x="47625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五边形 13"/>
          <p:cNvSpPr/>
          <p:nvPr/>
        </p:nvSpPr>
        <p:spPr>
          <a:xfrm rot="16200000">
            <a:off x="317881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边形 14"/>
          <p:cNvSpPr/>
          <p:nvPr/>
        </p:nvSpPr>
        <p:spPr>
          <a:xfrm rot="16200000">
            <a:off x="5892800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五边形 15"/>
          <p:cNvSpPr/>
          <p:nvPr/>
        </p:nvSpPr>
        <p:spPr>
          <a:xfrm rot="16200000">
            <a:off x="8631555" y="3752850"/>
            <a:ext cx="3110230" cy="2037080"/>
          </a:xfrm>
          <a:prstGeom prst="homePlate">
            <a:avLst>
              <a:gd name="adj" fmla="val 39490"/>
            </a:avLst>
          </a:prstGeom>
          <a:noFill/>
          <a:ln>
            <a:solidFill>
              <a:srgbClr val="6789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2"/>
          <p:cNvSpPr txBox="1"/>
          <p:nvPr/>
        </p:nvSpPr>
        <p:spPr>
          <a:xfrm flipH="1">
            <a:off x="102235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支持地图、路线、任务全过程控制。</a:t>
            </a:r>
          </a:p>
        </p:txBody>
      </p:sp>
      <p:sp>
        <p:nvSpPr>
          <p:cNvPr id="23" name="文本框 22"/>
          <p:cNvSpPr txBox="1"/>
          <p:nvPr/>
        </p:nvSpPr>
        <p:spPr>
          <a:xfrm flipH="1">
            <a:off x="374777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实现采集、检测、报告的闭环自动化。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647319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支持快速部署、配置持久化与持续迭代。</a:t>
            </a:r>
          </a:p>
        </p:txBody>
      </p:sp>
      <p:sp>
        <p:nvSpPr>
          <p:cNvPr id="25" name="文本框 22"/>
          <p:cNvSpPr txBox="1"/>
          <p:nvPr/>
        </p:nvSpPr>
        <p:spPr>
          <a:xfrm flipH="1">
            <a:off x="9198610" y="4381500"/>
            <a:ext cx="1967230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【图片留白】建议使用：image/check/img_2026-04-03T07-14-15-837Z.jpg（巡检画面示例）。</a:t>
            </a:r>
          </a:p>
        </p:txBody>
      </p:sp>
      <p:sp>
        <p:nvSpPr>
          <p:cNvPr id="26" name="文本框 25"/>
          <p:cNvSpPr txBox="1"/>
          <p:nvPr/>
        </p:nvSpPr>
        <p:spPr>
          <a:xfrm flipH="1">
            <a:off x="1141730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目标一：可视化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 flipH="1">
            <a:off x="3865245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目标二：可控性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 flipH="1">
            <a:off x="6588760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目标三：自动化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 flipH="1">
            <a:off x="9312275" y="3728720"/>
            <a:ext cx="1748790" cy="52197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目标四：可运维</a:t>
            </a:r>
            <a:endParaRPr lang="en-US" altLang="zh-CN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成果形式与交付物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160203" y="1674316"/>
            <a:ext cx="3871595" cy="3871595"/>
            <a:chOff x="6644" y="1969"/>
            <a:chExt cx="7363" cy="7363"/>
          </a:xfrm>
          <a:solidFill>
            <a:srgbClr val="8AAFBE"/>
          </a:solidFill>
        </p:grpSpPr>
        <p:sp>
          <p:nvSpPr>
            <p:cNvPr id="8" name="直角三角形 7"/>
            <p:cNvSpPr/>
            <p:nvPr/>
          </p:nvSpPr>
          <p:spPr>
            <a:xfrm flipV="1">
              <a:off x="6644" y="1969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/>
          </p:nvSpPr>
          <p:spPr>
            <a:xfrm flipH="1" flipV="1">
              <a:off x="10309" y="1969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H="1">
              <a:off x="10309" y="5634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>
              <a:off x="6644" y="5634"/>
              <a:ext cx="3699" cy="3699"/>
            </a:xfrm>
            <a:prstGeom prst="rtTriangle">
              <a:avLst/>
            </a:prstGeom>
            <a:solidFill>
              <a:srgbClr val="367F8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文本框 20"/>
          <p:cNvSpPr txBox="1"/>
          <p:nvPr/>
        </p:nvSpPr>
        <p:spPr>
          <a:xfrm flipH="1">
            <a:off x="5010150" y="4008893"/>
            <a:ext cx="2171065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DELIVERABLES</a:t>
            </a:r>
          </a:p>
        </p:txBody>
      </p:sp>
      <p:sp>
        <p:nvSpPr>
          <p:cNvPr id="13" name="杯子"/>
          <p:cNvSpPr>
            <a:spLocks noEditPoints="1"/>
          </p:cNvSpPr>
          <p:nvPr/>
        </p:nvSpPr>
        <p:spPr>
          <a:xfrm>
            <a:off x="5679123" y="2609353"/>
            <a:ext cx="833755" cy="1273810"/>
          </a:xfrm>
          <a:custGeom>
            <a:avLst/>
            <a:gdLst/>
            <a:ahLst/>
            <a:cxnLst>
              <a:cxn ang="0">
                <a:pos x="1222301758" y="232327404"/>
              </a:cxn>
              <a:cxn ang="0">
                <a:pos x="1161789815" y="61140367"/>
              </a:cxn>
              <a:cxn ang="0">
                <a:pos x="1077077565" y="0"/>
              </a:cxn>
              <a:cxn ang="0">
                <a:pos x="242040321" y="0"/>
              </a:cxn>
              <a:cxn ang="0">
                <a:pos x="145224193" y="61140367"/>
              </a:cxn>
              <a:cxn ang="0">
                <a:pos x="96816128" y="232327404"/>
              </a:cxn>
              <a:cxn ang="0">
                <a:pos x="0" y="330151243"/>
              </a:cxn>
              <a:cxn ang="0">
                <a:pos x="0" y="476885129"/>
              </a:cxn>
              <a:cxn ang="0">
                <a:pos x="96816128" y="562482392"/>
              </a:cxn>
              <a:cxn ang="0">
                <a:pos x="145224193" y="562482392"/>
              </a:cxn>
              <a:cxn ang="0">
                <a:pos x="145224193" y="574708968"/>
              </a:cxn>
              <a:cxn ang="0">
                <a:pos x="242040321" y="1418432556"/>
              </a:cxn>
              <a:cxn ang="0">
                <a:pos x="326752570" y="1504026074"/>
              </a:cxn>
              <a:cxn ang="0">
                <a:pos x="980261437" y="1504026074"/>
              </a:cxn>
              <a:cxn ang="0">
                <a:pos x="1077077565" y="1418432556"/>
              </a:cxn>
              <a:cxn ang="0">
                <a:pos x="1161789815" y="574708968"/>
              </a:cxn>
              <a:cxn ang="0">
                <a:pos x="1161789815" y="562482392"/>
              </a:cxn>
              <a:cxn ang="0">
                <a:pos x="1210197879" y="562482392"/>
              </a:cxn>
              <a:cxn ang="0">
                <a:pos x="1307014007" y="476885129"/>
              </a:cxn>
              <a:cxn ang="0">
                <a:pos x="1307014007" y="330151243"/>
              </a:cxn>
              <a:cxn ang="0">
                <a:pos x="1222301758" y="232327404"/>
              </a:cxn>
              <a:cxn ang="0">
                <a:pos x="242040321" y="97823839"/>
              </a:cxn>
              <a:cxn ang="0">
                <a:pos x="1077077565" y="97823839"/>
              </a:cxn>
              <a:cxn ang="0">
                <a:pos x="1113381750" y="232327404"/>
              </a:cxn>
              <a:cxn ang="0">
                <a:pos x="193632257" y="232327404"/>
              </a:cxn>
              <a:cxn ang="0">
                <a:pos x="242040321" y="97823839"/>
              </a:cxn>
              <a:cxn ang="0">
                <a:pos x="980261437" y="1406202235"/>
              </a:cxn>
              <a:cxn ang="0">
                <a:pos x="326752570" y="1406202235"/>
              </a:cxn>
              <a:cxn ang="0">
                <a:pos x="314652417" y="1271698670"/>
              </a:cxn>
              <a:cxn ang="0">
                <a:pos x="992361590" y="1271698670"/>
              </a:cxn>
              <a:cxn ang="0">
                <a:pos x="980261437" y="1406202235"/>
              </a:cxn>
              <a:cxn ang="0">
                <a:pos x="1004465469" y="1222784878"/>
              </a:cxn>
              <a:cxn ang="0">
                <a:pos x="314652417" y="1222784878"/>
              </a:cxn>
              <a:cxn ang="0">
                <a:pos x="254140474" y="758126325"/>
              </a:cxn>
              <a:cxn ang="0">
                <a:pos x="1052873533" y="758126325"/>
              </a:cxn>
              <a:cxn ang="0">
                <a:pos x="1004465469" y="1222784878"/>
              </a:cxn>
              <a:cxn ang="0">
                <a:pos x="1052873533" y="709216278"/>
              </a:cxn>
              <a:cxn ang="0">
                <a:pos x="254140474" y="709216278"/>
              </a:cxn>
              <a:cxn ang="0">
                <a:pos x="242040321" y="562482392"/>
              </a:cxn>
              <a:cxn ang="0">
                <a:pos x="1077077565" y="562482392"/>
              </a:cxn>
              <a:cxn ang="0">
                <a:pos x="1052873533" y="709216278"/>
              </a:cxn>
              <a:cxn ang="0">
                <a:pos x="1210197879" y="476885129"/>
              </a:cxn>
              <a:cxn ang="0">
                <a:pos x="96816128" y="476885129"/>
              </a:cxn>
              <a:cxn ang="0">
                <a:pos x="96816128" y="330151243"/>
              </a:cxn>
              <a:cxn ang="0">
                <a:pos x="1210197879" y="330151243"/>
              </a:cxn>
              <a:cxn ang="0">
                <a:pos x="1210197879" y="476885129"/>
              </a:cxn>
              <a:cxn ang="0">
                <a:pos x="1210197879" y="476885129"/>
              </a:cxn>
              <a:cxn ang="0">
                <a:pos x="1210197879" y="476885129"/>
              </a:cxn>
            </a:cxnLst>
            <a:rect l="0" t="0" r="0" b="0"/>
            <a:pathLst>
              <a:path w="108" h="123">
                <a:moveTo>
                  <a:pt x="101" y="19"/>
                </a:moveTo>
                <a:cubicBezTo>
                  <a:pt x="96" y="5"/>
                  <a:pt x="96" y="5"/>
                  <a:pt x="96" y="5"/>
                </a:cubicBezTo>
                <a:cubicBezTo>
                  <a:pt x="95" y="2"/>
                  <a:pt x="92" y="0"/>
                  <a:pt x="89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16" y="0"/>
                  <a:pt x="13" y="2"/>
                  <a:pt x="12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4" y="20"/>
                  <a:pt x="0" y="23"/>
                  <a:pt x="0" y="27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43"/>
                  <a:pt x="4" y="46"/>
                  <a:pt x="8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7"/>
                  <a:pt x="12" y="47"/>
                  <a:pt x="12" y="47"/>
                </a:cubicBezTo>
                <a:cubicBezTo>
                  <a:pt x="20" y="116"/>
                  <a:pt x="20" y="116"/>
                  <a:pt x="20" y="116"/>
                </a:cubicBezTo>
                <a:cubicBezTo>
                  <a:pt x="20" y="120"/>
                  <a:pt x="23" y="123"/>
                  <a:pt x="27" y="123"/>
                </a:cubicBezTo>
                <a:cubicBezTo>
                  <a:pt x="81" y="123"/>
                  <a:pt x="81" y="123"/>
                  <a:pt x="81" y="123"/>
                </a:cubicBezTo>
                <a:cubicBezTo>
                  <a:pt x="85" y="123"/>
                  <a:pt x="88" y="120"/>
                  <a:pt x="89" y="116"/>
                </a:cubicBezTo>
                <a:cubicBezTo>
                  <a:pt x="96" y="47"/>
                  <a:pt x="96" y="47"/>
                  <a:pt x="96" y="47"/>
                </a:cubicBezTo>
                <a:cubicBezTo>
                  <a:pt x="96" y="46"/>
                  <a:pt x="96" y="46"/>
                  <a:pt x="96" y="46"/>
                </a:cubicBezTo>
                <a:cubicBezTo>
                  <a:pt x="100" y="46"/>
                  <a:pt x="100" y="46"/>
                  <a:pt x="100" y="46"/>
                </a:cubicBezTo>
                <a:cubicBezTo>
                  <a:pt x="104" y="46"/>
                  <a:pt x="108" y="43"/>
                  <a:pt x="108" y="39"/>
                </a:cubicBezTo>
                <a:cubicBezTo>
                  <a:pt x="108" y="27"/>
                  <a:pt x="108" y="27"/>
                  <a:pt x="108" y="27"/>
                </a:cubicBezTo>
                <a:cubicBezTo>
                  <a:pt x="108" y="23"/>
                  <a:pt x="105" y="20"/>
                  <a:pt x="101" y="19"/>
                </a:cubicBezTo>
                <a:close/>
                <a:moveTo>
                  <a:pt x="20" y="8"/>
                </a:moveTo>
                <a:cubicBezTo>
                  <a:pt x="89" y="8"/>
                  <a:pt x="89" y="8"/>
                  <a:pt x="89" y="8"/>
                </a:cubicBezTo>
                <a:cubicBezTo>
                  <a:pt x="92" y="19"/>
                  <a:pt x="92" y="19"/>
                  <a:pt x="92" y="19"/>
                </a:cubicBezTo>
                <a:cubicBezTo>
                  <a:pt x="16" y="19"/>
                  <a:pt x="16" y="19"/>
                  <a:pt x="16" y="19"/>
                </a:cubicBezTo>
                <a:lnTo>
                  <a:pt x="20" y="8"/>
                </a:lnTo>
                <a:close/>
                <a:moveTo>
                  <a:pt x="81" y="115"/>
                </a:moveTo>
                <a:cubicBezTo>
                  <a:pt x="27" y="115"/>
                  <a:pt x="27" y="115"/>
                  <a:pt x="27" y="115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82" y="104"/>
                  <a:pt x="82" y="104"/>
                  <a:pt x="82" y="104"/>
                </a:cubicBezTo>
                <a:lnTo>
                  <a:pt x="81" y="115"/>
                </a:lnTo>
                <a:close/>
                <a:moveTo>
                  <a:pt x="83" y="100"/>
                </a:moveTo>
                <a:cubicBezTo>
                  <a:pt x="26" y="100"/>
                  <a:pt x="26" y="100"/>
                  <a:pt x="26" y="100"/>
                </a:cubicBezTo>
                <a:cubicBezTo>
                  <a:pt x="21" y="62"/>
                  <a:pt x="21" y="62"/>
                  <a:pt x="21" y="62"/>
                </a:cubicBezTo>
                <a:cubicBezTo>
                  <a:pt x="87" y="62"/>
                  <a:pt x="87" y="62"/>
                  <a:pt x="87" y="62"/>
                </a:cubicBezTo>
                <a:lnTo>
                  <a:pt x="83" y="100"/>
                </a:lnTo>
                <a:close/>
                <a:moveTo>
                  <a:pt x="87" y="58"/>
                </a:moveTo>
                <a:cubicBezTo>
                  <a:pt x="21" y="58"/>
                  <a:pt x="21" y="58"/>
                  <a:pt x="21" y="58"/>
                </a:cubicBezTo>
                <a:cubicBezTo>
                  <a:pt x="20" y="46"/>
                  <a:pt x="20" y="46"/>
                  <a:pt x="20" y="46"/>
                </a:cubicBezTo>
                <a:cubicBezTo>
                  <a:pt x="89" y="46"/>
                  <a:pt x="89" y="46"/>
                  <a:pt x="89" y="46"/>
                </a:cubicBezTo>
                <a:lnTo>
                  <a:pt x="87" y="58"/>
                </a:lnTo>
                <a:close/>
                <a:moveTo>
                  <a:pt x="100" y="39"/>
                </a:moveTo>
                <a:cubicBezTo>
                  <a:pt x="8" y="39"/>
                  <a:pt x="8" y="39"/>
                  <a:pt x="8" y="39"/>
                </a:cubicBezTo>
                <a:cubicBezTo>
                  <a:pt x="8" y="27"/>
                  <a:pt x="8" y="27"/>
                  <a:pt x="8" y="27"/>
                </a:cubicBezTo>
                <a:cubicBezTo>
                  <a:pt x="100" y="27"/>
                  <a:pt x="100" y="27"/>
                  <a:pt x="100" y="27"/>
                </a:cubicBezTo>
                <a:lnTo>
                  <a:pt x="100" y="39"/>
                </a:lnTo>
                <a:close/>
                <a:moveTo>
                  <a:pt x="100" y="39"/>
                </a:moveTo>
                <a:cubicBezTo>
                  <a:pt x="100" y="39"/>
                  <a:pt x="100" y="39"/>
                  <a:pt x="100" y="39"/>
                </a:cubicBezTo>
              </a:path>
            </a:pathLst>
          </a:custGeom>
          <a:solidFill>
            <a:srgbClr val="085078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 flipH="1">
            <a:off x="4160520" y="1922283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5" name="文本框 14"/>
          <p:cNvSpPr txBox="1"/>
          <p:nvPr/>
        </p:nvSpPr>
        <p:spPr>
          <a:xfrm flipH="1">
            <a:off x="4073525" y="4401958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6" name="文本框 15"/>
          <p:cNvSpPr txBox="1"/>
          <p:nvPr/>
        </p:nvSpPr>
        <p:spPr>
          <a:xfrm flipH="1">
            <a:off x="6879590" y="4554358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17" name="文本框 16"/>
          <p:cNvSpPr txBox="1"/>
          <p:nvPr/>
        </p:nvSpPr>
        <p:spPr>
          <a:xfrm flipH="1">
            <a:off x="6972300" y="1922283"/>
            <a:ext cx="1059815" cy="82994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</a:t>
            </a:r>
          </a:p>
          <a:p>
            <a:pPr lvl="0" algn="ctr"/>
            <a:r>
              <a:rPr lang="en-US" altLang="zh-CN" sz="24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18" name="文本框 22"/>
          <p:cNvSpPr txBox="1"/>
          <p:nvPr/>
        </p:nvSpPr>
        <p:spPr>
          <a:xfrm flipH="1">
            <a:off x="760730" y="2057538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t>Workspace 三栏交互界面，覆盖状态、地图、图像、AI。</a:t>
            </a:r>
          </a:p>
        </p:txBody>
      </p:sp>
      <p:sp>
        <p:nvSpPr>
          <p:cNvPr id="19" name="矩形标注 29"/>
          <p:cNvSpPr/>
          <p:nvPr/>
        </p:nvSpPr>
        <p:spPr>
          <a:xfrm>
            <a:off x="792480" y="1492388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20"/>
          <p:cNvSpPr txBox="1"/>
          <p:nvPr/>
        </p:nvSpPr>
        <p:spPr>
          <a:xfrm flipH="1">
            <a:off x="911225" y="1548903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前端控制台</a:t>
            </a:r>
          </a:p>
        </p:txBody>
      </p:sp>
      <p:sp>
        <p:nvSpPr>
          <p:cNvPr id="21" name="文本框 22"/>
          <p:cNvSpPr txBox="1"/>
          <p:nvPr/>
        </p:nvSpPr>
        <p:spPr>
          <a:xfrm flipH="1">
            <a:off x="760730" y="5037593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t>Express API 与代理层，提供地图/视频/定时/SSE/MQ 能力。</a:t>
            </a:r>
          </a:p>
        </p:txBody>
      </p:sp>
      <p:sp>
        <p:nvSpPr>
          <p:cNvPr id="22" name="矩形标注 13"/>
          <p:cNvSpPr/>
          <p:nvPr/>
        </p:nvSpPr>
        <p:spPr>
          <a:xfrm>
            <a:off x="792480" y="4472443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0"/>
          <p:cNvSpPr txBox="1"/>
          <p:nvPr/>
        </p:nvSpPr>
        <p:spPr>
          <a:xfrm flipH="1">
            <a:off x="911225" y="4528958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后端服务</a:t>
            </a:r>
          </a:p>
        </p:txBody>
      </p:sp>
      <p:sp>
        <p:nvSpPr>
          <p:cNvPr id="24" name="文本框 22"/>
          <p:cNvSpPr txBox="1"/>
          <p:nvPr/>
        </p:nvSpPr>
        <p:spPr>
          <a:xfrm flipH="1">
            <a:off x="9004935" y="1987053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t>Dockerfile + docker-compose + 发布脚本。</a:t>
            </a:r>
          </a:p>
        </p:txBody>
      </p:sp>
      <p:sp>
        <p:nvSpPr>
          <p:cNvPr id="25" name="矩形标注 17"/>
          <p:cNvSpPr/>
          <p:nvPr/>
        </p:nvSpPr>
        <p:spPr>
          <a:xfrm>
            <a:off x="9036685" y="1421903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0"/>
          <p:cNvSpPr txBox="1"/>
          <p:nvPr/>
        </p:nvSpPr>
        <p:spPr>
          <a:xfrm flipH="1">
            <a:off x="9155430" y="1478418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部署方案</a:t>
            </a:r>
          </a:p>
        </p:txBody>
      </p:sp>
      <p:sp>
        <p:nvSpPr>
          <p:cNvPr id="27" name="文本框 22"/>
          <p:cNvSpPr txBox="1"/>
          <p:nvPr/>
        </p:nvSpPr>
        <p:spPr>
          <a:xfrm flipH="1">
            <a:off x="9004935" y="4967108"/>
            <a:ext cx="2380615" cy="112458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just">
              <a:lnSpc>
                <a:spcPct val="120000"/>
              </a:lnSpc>
            </a:pPr>
            <a:r>
              <a:t>PROJECT_FEATURES.md 与流程说明。</a:t>
            </a:r>
          </a:p>
        </p:txBody>
      </p:sp>
      <p:sp>
        <p:nvSpPr>
          <p:cNvPr id="28" name="矩形标注 21"/>
          <p:cNvSpPr/>
          <p:nvPr/>
        </p:nvSpPr>
        <p:spPr>
          <a:xfrm>
            <a:off x="9036685" y="4401958"/>
            <a:ext cx="2327275" cy="511175"/>
          </a:xfrm>
          <a:prstGeom prst="wedgeRectCallout">
            <a:avLst>
              <a:gd name="adj1" fmla="val -49809"/>
              <a:gd name="adj2" fmla="val 77453"/>
            </a:avLst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0"/>
          <p:cNvSpPr txBox="1"/>
          <p:nvPr/>
        </p:nvSpPr>
        <p:spPr>
          <a:xfrm flipH="1">
            <a:off x="9155430" y="4458473"/>
            <a:ext cx="208915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项目文档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6200000"/>
            <a:ext cx="8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【图片留白】建议替换为：maps/map_20260402_143458/map/go2.pgm、image/check/img_2026-04-03T07-24-41-230Z.jpg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应用前景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弧形箭头"/>
          <p:cNvSpPr/>
          <p:nvPr/>
        </p:nvSpPr>
        <p:spPr>
          <a:xfrm>
            <a:off x="117475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8" name="弧形箭头"/>
          <p:cNvSpPr/>
          <p:nvPr/>
        </p:nvSpPr>
        <p:spPr>
          <a:xfrm>
            <a:off x="387096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9" name="弧形箭头"/>
          <p:cNvSpPr/>
          <p:nvPr/>
        </p:nvSpPr>
        <p:spPr>
          <a:xfrm>
            <a:off x="656717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10" name="弧形箭头"/>
          <p:cNvSpPr/>
          <p:nvPr/>
        </p:nvSpPr>
        <p:spPr>
          <a:xfrm>
            <a:off x="9278620" y="1249357"/>
            <a:ext cx="2007870" cy="2007870"/>
          </a:xfrm>
          <a:custGeom>
            <a:avLst/>
            <a:gdLst>
              <a:gd name="connsiteX0" fmla="*/ 3490883 w 6425473"/>
              <a:gd name="connsiteY0" fmla="*/ 0 h 4863270"/>
              <a:gd name="connsiteX1" fmla="*/ 6425473 w 6425473"/>
              <a:gd name="connsiteY1" fmla="*/ 696179 h 4863270"/>
              <a:gd name="connsiteX2" fmla="*/ 4232133 w 6425473"/>
              <a:gd name="connsiteY2" fmla="*/ 2766384 h 4863270"/>
              <a:gd name="connsiteX3" fmla="*/ 4647609 w 6425473"/>
              <a:gd name="connsiteY3" fmla="*/ 1326678 h 4863270"/>
              <a:gd name="connsiteX4" fmla="*/ 4641778 w 6425473"/>
              <a:gd name="connsiteY4" fmla="*/ 1329716 h 4863270"/>
              <a:gd name="connsiteX5" fmla="*/ 4096459 w 6425473"/>
              <a:gd name="connsiteY5" fmla="*/ 1685342 h 4863270"/>
              <a:gd name="connsiteX6" fmla="*/ 2683000 w 6425473"/>
              <a:gd name="connsiteY6" fmla="*/ 4597427 h 4863270"/>
              <a:gd name="connsiteX7" fmla="*/ 2732777 w 6425473"/>
              <a:gd name="connsiteY7" fmla="*/ 4863270 h 4863270"/>
              <a:gd name="connsiteX8" fmla="*/ 0 w 6425473"/>
              <a:gd name="connsiteY8" fmla="*/ 4863270 h 4863270"/>
              <a:gd name="connsiteX9" fmla="*/ 42368 w 6425473"/>
              <a:gd name="connsiteY9" fmla="*/ 4548035 h 4863270"/>
              <a:gd name="connsiteX10" fmla="*/ 128511 w 6425473"/>
              <a:gd name="connsiteY10" fmla="*/ 4203610 h 4863270"/>
              <a:gd name="connsiteX11" fmla="*/ 2025907 w 6425473"/>
              <a:gd name="connsiteY11" fmla="*/ 1990903 h 4863270"/>
              <a:gd name="connsiteX12" fmla="*/ 4366085 w 6425473"/>
              <a:gd name="connsiteY12" fmla="*/ 943894 h 4863270"/>
              <a:gd name="connsiteX13" fmla="*/ 4443493 w 6425473"/>
              <a:gd name="connsiteY13" fmla="*/ 916804 h 4863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25473" h="4863270">
                <a:moveTo>
                  <a:pt x="3490883" y="0"/>
                </a:moveTo>
                <a:lnTo>
                  <a:pt x="6425473" y="696179"/>
                </a:lnTo>
                <a:lnTo>
                  <a:pt x="4232133" y="2766384"/>
                </a:lnTo>
                <a:lnTo>
                  <a:pt x="4647609" y="1326678"/>
                </a:lnTo>
                <a:lnTo>
                  <a:pt x="4641778" y="1329716"/>
                </a:lnTo>
                <a:cubicBezTo>
                  <a:pt x="4429768" y="1446313"/>
                  <a:pt x="4246367" y="1566217"/>
                  <a:pt x="4096459" y="1685342"/>
                </a:cubicBezTo>
                <a:cubicBezTo>
                  <a:pt x="2873051" y="2657524"/>
                  <a:pt x="2570763" y="3683103"/>
                  <a:pt x="2683000" y="4597427"/>
                </a:cubicBezTo>
                <a:lnTo>
                  <a:pt x="2732777" y="4863270"/>
                </a:lnTo>
                <a:lnTo>
                  <a:pt x="0" y="4863270"/>
                </a:lnTo>
                <a:lnTo>
                  <a:pt x="42368" y="4548035"/>
                </a:lnTo>
                <a:cubicBezTo>
                  <a:pt x="67414" y="4416026"/>
                  <a:pt x="97314" y="4297282"/>
                  <a:pt x="128511" y="4203610"/>
                </a:cubicBezTo>
                <a:cubicBezTo>
                  <a:pt x="325342" y="3485135"/>
                  <a:pt x="968015" y="2732695"/>
                  <a:pt x="2025907" y="1990903"/>
                </a:cubicBezTo>
                <a:cubicBezTo>
                  <a:pt x="2523774" y="1641794"/>
                  <a:pt x="3383053" y="1293382"/>
                  <a:pt x="4366085" y="943894"/>
                </a:cubicBezTo>
                <a:lnTo>
                  <a:pt x="4443493" y="916804"/>
                </a:lnTo>
                <a:close/>
              </a:path>
            </a:pathLst>
          </a:custGeom>
          <a:solidFill>
            <a:srgbClr val="367F8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eaLnBrk="1" fontAlgn="auto" hangingPunct="1"/>
            <a:endParaRPr lang="zh-CN" altLang="en-US">
              <a:sym typeface="+mn-ea"/>
            </a:endParaRPr>
          </a:p>
        </p:txBody>
      </p:sp>
      <p:sp>
        <p:nvSpPr>
          <p:cNvPr id="11" name="文本框 20"/>
          <p:cNvSpPr txBox="1"/>
          <p:nvPr/>
        </p:nvSpPr>
        <p:spPr>
          <a:xfrm flipH="1">
            <a:off x="1403985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巡检场景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61390" y="3367717"/>
            <a:ext cx="2013585" cy="2015490"/>
            <a:chOff x="1654" y="6220"/>
            <a:chExt cx="3171" cy="3174"/>
          </a:xfrm>
        </p:grpSpPr>
        <p:sp>
          <p:nvSpPr>
            <p:cNvPr id="13" name="文本框 20"/>
            <p:cNvSpPr txBox="1"/>
            <p:nvPr/>
          </p:nvSpPr>
          <p:spPr>
            <a:xfrm flipH="1">
              <a:off x="1654" y="6220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14" name="文本框 22"/>
            <p:cNvSpPr txBox="1"/>
            <p:nvPr/>
          </p:nvSpPr>
          <p:spPr>
            <a:xfrm flipH="1">
              <a:off x="1654" y="6809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643630" y="3367717"/>
            <a:ext cx="2013585" cy="2015490"/>
            <a:chOff x="5820" y="6289"/>
            <a:chExt cx="3171" cy="3174"/>
          </a:xfrm>
        </p:grpSpPr>
        <p:sp>
          <p:nvSpPr>
            <p:cNvPr id="16" name="文本框 20"/>
            <p:cNvSpPr txBox="1"/>
            <p:nvPr/>
          </p:nvSpPr>
          <p:spPr>
            <a:xfrm flipH="1">
              <a:off x="5820" y="6289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17" name="文本框 22"/>
            <p:cNvSpPr txBox="1"/>
            <p:nvPr/>
          </p:nvSpPr>
          <p:spPr>
            <a:xfrm flipH="1">
              <a:off x="5820" y="6878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325870" y="3367717"/>
            <a:ext cx="2013585" cy="2015490"/>
            <a:chOff x="1654" y="6220"/>
            <a:chExt cx="3171" cy="3174"/>
          </a:xfrm>
        </p:grpSpPr>
        <p:sp>
          <p:nvSpPr>
            <p:cNvPr id="19" name="文本框 20"/>
            <p:cNvSpPr txBox="1"/>
            <p:nvPr/>
          </p:nvSpPr>
          <p:spPr>
            <a:xfrm flipH="1">
              <a:off x="1654" y="6220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20" name="文本框 22"/>
            <p:cNvSpPr txBox="1"/>
            <p:nvPr/>
          </p:nvSpPr>
          <p:spPr>
            <a:xfrm flipH="1">
              <a:off x="1654" y="6809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9008110" y="3367717"/>
            <a:ext cx="2013585" cy="2015490"/>
            <a:chOff x="5820" y="6289"/>
            <a:chExt cx="3171" cy="3174"/>
          </a:xfrm>
        </p:grpSpPr>
        <p:sp>
          <p:nvSpPr>
            <p:cNvPr id="22" name="文本框 21"/>
            <p:cNvSpPr txBox="1"/>
            <p:nvPr/>
          </p:nvSpPr>
          <p:spPr>
            <a:xfrm flipH="1">
              <a:off x="5820" y="6289"/>
              <a:ext cx="3170" cy="72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20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单击键入标题 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 flipH="1">
              <a:off x="5820" y="6878"/>
              <a:ext cx="3171" cy="2585"/>
            </a:xfrm>
            <a:prstGeom prst="rect">
              <a:avLst/>
            </a:prstGeom>
            <a:noFill/>
            <a:ln w="9525">
              <a:noFill/>
              <a:miter/>
            </a:ln>
            <a:effectLst>
              <a:outerShdw sx="999" sy="999" algn="ctr" rotWithShape="0">
                <a:srgbClr val="000000"/>
              </a:outerShdw>
            </a:effectLst>
          </p:spPr>
          <p:txBody>
            <a:bodyPr wrap="square" anchor="t">
              <a:spAutoFit/>
            </a:bodyPr>
            <a:lstStyle/>
            <a:p>
              <a:pPr lvl="0" fontAlgn="auto">
                <a:lnSpc>
                  <a:spcPct val="120000"/>
                </a:lnSpc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单击此处添加本章节的简要内容。本模板精心设计，模板所有素材均可自由编辑替换移动。单击此处添加本章节的简要内容。</a:t>
              </a:r>
            </a:p>
          </p:txBody>
        </p:sp>
      </p:grpSp>
      <p:cxnSp>
        <p:nvCxnSpPr>
          <p:cNvPr id="24" name="直接连接符 23"/>
          <p:cNvCxnSpPr/>
          <p:nvPr/>
        </p:nvCxnSpPr>
        <p:spPr>
          <a:xfrm>
            <a:off x="1035685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2"/>
          <p:cNvSpPr txBox="1"/>
          <p:nvPr/>
        </p:nvSpPr>
        <p:spPr>
          <a:xfrm flipH="1">
            <a:off x="977265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适用于楼宇/园区/工地巡检，支持图像留证和任务回放。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722370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2"/>
          <p:cNvSpPr txBox="1"/>
          <p:nvPr/>
        </p:nvSpPr>
        <p:spPr>
          <a:xfrm flipH="1">
            <a:off x="3663950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结合视频检测可快速发现异常，提升应急响应效率。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6409055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2"/>
          <p:cNvSpPr txBox="1"/>
          <p:nvPr/>
        </p:nvSpPr>
        <p:spPr>
          <a:xfrm flipH="1">
            <a:off x="6350635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通过定时任务和通知机制降低人工值守成本。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9095740" y="5417497"/>
            <a:ext cx="1800225" cy="0"/>
          </a:xfrm>
          <a:prstGeom prst="line">
            <a:avLst/>
          </a:prstGeom>
          <a:ln w="15875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22"/>
          <p:cNvSpPr txBox="1"/>
          <p:nvPr/>
        </p:nvSpPr>
        <p:spPr>
          <a:xfrm flipH="1">
            <a:off x="9037320" y="5424482"/>
            <a:ext cx="2013585" cy="86614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fontAlgn="auto">
              <a:lnSpc>
                <a:spcPct val="120000"/>
              </a:lnSpc>
            </a:pPr>
            <a:r>
              <a:t>模块化架构可迁移到更多机器人与业务场景。</a:t>
            </a:r>
          </a:p>
        </p:txBody>
      </p:sp>
      <p:sp>
        <p:nvSpPr>
          <p:cNvPr id="32" name="文本框 20"/>
          <p:cNvSpPr txBox="1"/>
          <p:nvPr/>
        </p:nvSpPr>
        <p:spPr>
          <a:xfrm flipH="1">
            <a:off x="4098502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安防与园区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20"/>
          <p:cNvSpPr txBox="1"/>
          <p:nvPr/>
        </p:nvSpPr>
        <p:spPr>
          <a:xfrm flipH="1">
            <a:off x="6793019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运维与调度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20"/>
          <p:cNvSpPr txBox="1"/>
          <p:nvPr/>
        </p:nvSpPr>
        <p:spPr>
          <a:xfrm flipH="1">
            <a:off x="9487535" y="1252552"/>
            <a:ext cx="1431925" cy="4063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/>
            <a:r>
              <a:t>平台化复制</a:t>
            </a:r>
            <a:endParaRPr lang="en-US" altLang="zh-CN" sz="2000">
              <a:solidFill>
                <a:schemeClr val="tx1">
                  <a:lumMod val="85000"/>
                  <a:lumOff val="15000"/>
                </a:schemeClr>
              </a:solidFill>
              <a:latin typeface="Impact" panose="020B080603090205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5240" y="1973580"/>
            <a:ext cx="12237085" cy="25908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 rot="1140000">
            <a:off x="3781638" y="2263140"/>
            <a:ext cx="1203960" cy="2011680"/>
          </a:xfrm>
          <a:prstGeom prst="roundRect">
            <a:avLst>
              <a:gd name="adj" fmla="val 11603"/>
            </a:avLst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 rot="1140000">
            <a:off x="3894180" y="2450482"/>
            <a:ext cx="978535" cy="1569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>
                <a:solidFill>
                  <a:srgbClr val="085078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en-US" altLang="zh-CN" sz="9600" dirty="0">
              <a:solidFill>
                <a:srgbClr val="085078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5530362" y="3470224"/>
            <a:ext cx="2880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530361" y="2927005"/>
            <a:ext cx="2871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t>总结与后续计划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533290" y="3561664"/>
            <a:ext cx="287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dist">
              <a:defRPr/>
            </a:pPr>
            <a:r>
              <a:t>Summary and Next Plan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项目总结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菱形 6"/>
          <p:cNvSpPr/>
          <p:nvPr/>
        </p:nvSpPr>
        <p:spPr>
          <a:xfrm>
            <a:off x="750570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五边形 2"/>
          <p:cNvSpPr/>
          <p:nvPr/>
        </p:nvSpPr>
        <p:spPr>
          <a:xfrm rot="5400000">
            <a:off x="610235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20"/>
          <p:cNvSpPr txBox="1"/>
          <p:nvPr/>
        </p:nvSpPr>
        <p:spPr>
          <a:xfrm flipH="1">
            <a:off x="988695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能力闭环完整</a:t>
            </a:r>
          </a:p>
        </p:txBody>
      </p:sp>
      <p:sp>
        <p:nvSpPr>
          <p:cNvPr id="10" name="文本框 22"/>
          <p:cNvSpPr txBox="1"/>
          <p:nvPr/>
        </p:nvSpPr>
        <p:spPr>
          <a:xfrm flipH="1">
            <a:off x="1017905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t>已完成连接、规划、执行、采集、分析、告警的闭环。</a:t>
            </a:r>
          </a:p>
        </p:txBody>
      </p:sp>
      <p:sp>
        <p:nvSpPr>
          <p:cNvPr id="11" name="文本框 20"/>
          <p:cNvSpPr txBox="1"/>
          <p:nvPr/>
        </p:nvSpPr>
        <p:spPr>
          <a:xfrm flipH="1">
            <a:off x="784225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2" name="椭圆 11"/>
          <p:cNvSpPr/>
          <p:nvPr/>
        </p:nvSpPr>
        <p:spPr>
          <a:xfrm>
            <a:off x="159448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3526155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五边形 8"/>
          <p:cNvSpPr/>
          <p:nvPr/>
        </p:nvSpPr>
        <p:spPr>
          <a:xfrm rot="5400000">
            <a:off x="3385820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20"/>
          <p:cNvSpPr txBox="1"/>
          <p:nvPr/>
        </p:nvSpPr>
        <p:spPr>
          <a:xfrm flipH="1">
            <a:off x="3764280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核心功能可用</a:t>
            </a:r>
          </a:p>
        </p:txBody>
      </p:sp>
      <p:sp>
        <p:nvSpPr>
          <p:cNvPr id="16" name="文本框 22"/>
          <p:cNvSpPr txBox="1"/>
          <p:nvPr/>
        </p:nvSpPr>
        <p:spPr>
          <a:xfrm flipH="1">
            <a:off x="3793490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t>地图管理、图像视频管理、AI 报告和调度功能均已落地。</a:t>
            </a:r>
          </a:p>
        </p:txBody>
      </p:sp>
      <p:sp>
        <p:nvSpPr>
          <p:cNvPr id="17" name="文本框 20"/>
          <p:cNvSpPr txBox="1"/>
          <p:nvPr/>
        </p:nvSpPr>
        <p:spPr>
          <a:xfrm flipH="1">
            <a:off x="3559810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18" name="椭圆 17"/>
          <p:cNvSpPr/>
          <p:nvPr/>
        </p:nvSpPr>
        <p:spPr>
          <a:xfrm>
            <a:off x="436816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菱形 18"/>
          <p:cNvSpPr/>
          <p:nvPr/>
        </p:nvSpPr>
        <p:spPr>
          <a:xfrm>
            <a:off x="6301740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五边形 16"/>
          <p:cNvSpPr/>
          <p:nvPr/>
        </p:nvSpPr>
        <p:spPr>
          <a:xfrm rot="5400000">
            <a:off x="6161405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 flipH="1">
            <a:off x="6539865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工程化可部署</a:t>
            </a:r>
          </a:p>
        </p:txBody>
      </p:sp>
      <p:sp>
        <p:nvSpPr>
          <p:cNvPr id="22" name="文本框 22"/>
          <p:cNvSpPr txBox="1"/>
          <p:nvPr/>
        </p:nvSpPr>
        <p:spPr>
          <a:xfrm flipH="1">
            <a:off x="6569075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t>支持容器化部署和数据持久化，便于上线运维。</a:t>
            </a:r>
          </a:p>
        </p:txBody>
      </p:sp>
      <p:sp>
        <p:nvSpPr>
          <p:cNvPr id="23" name="文本框 20"/>
          <p:cNvSpPr txBox="1"/>
          <p:nvPr/>
        </p:nvSpPr>
        <p:spPr>
          <a:xfrm flipH="1">
            <a:off x="6335395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24" name="椭圆 23"/>
          <p:cNvSpPr/>
          <p:nvPr/>
        </p:nvSpPr>
        <p:spPr>
          <a:xfrm>
            <a:off x="7143750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菱形 24"/>
          <p:cNvSpPr/>
          <p:nvPr/>
        </p:nvSpPr>
        <p:spPr>
          <a:xfrm>
            <a:off x="9077325" y="1370645"/>
            <a:ext cx="1766570" cy="1645285"/>
          </a:xfrm>
          <a:prstGeom prst="diamond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五边形 26"/>
          <p:cNvSpPr/>
          <p:nvPr/>
        </p:nvSpPr>
        <p:spPr>
          <a:xfrm rot="5400000">
            <a:off x="8936990" y="2233610"/>
            <a:ext cx="2769870" cy="1043940"/>
          </a:xfrm>
          <a:prstGeom prst="homePlate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0"/>
          <p:cNvSpPr txBox="1"/>
          <p:nvPr/>
        </p:nvSpPr>
        <p:spPr>
          <a:xfrm flipH="1">
            <a:off x="9315450" y="4140515"/>
            <a:ext cx="2012950" cy="41783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t>扩展性良好</a:t>
            </a:r>
          </a:p>
        </p:txBody>
      </p:sp>
      <p:sp>
        <p:nvSpPr>
          <p:cNvPr id="28" name="文本框 22"/>
          <p:cNvSpPr txBox="1"/>
          <p:nvPr/>
        </p:nvSpPr>
        <p:spPr>
          <a:xfrm flipH="1">
            <a:off x="9344660" y="4557710"/>
            <a:ext cx="2124075" cy="164147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 fontAlgn="auto">
              <a:lnSpc>
                <a:spcPct val="120000"/>
              </a:lnSpc>
            </a:pPr>
            <a:r>
              <a:t>可继续对接更多机器人型号和算法服务。</a:t>
            </a:r>
          </a:p>
        </p:txBody>
      </p:sp>
      <p:sp>
        <p:nvSpPr>
          <p:cNvPr id="29" name="文本框 20"/>
          <p:cNvSpPr txBox="1"/>
          <p:nvPr/>
        </p:nvSpPr>
        <p:spPr>
          <a:xfrm flipH="1">
            <a:off x="9110980" y="1881820"/>
            <a:ext cx="810260" cy="5835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320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0" name="椭圆 29"/>
          <p:cNvSpPr/>
          <p:nvPr/>
        </p:nvSpPr>
        <p:spPr>
          <a:xfrm>
            <a:off x="9919335" y="1629725"/>
            <a:ext cx="791210" cy="79121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电池"/>
          <p:cNvSpPr/>
          <p:nvPr/>
        </p:nvSpPr>
        <p:spPr>
          <a:xfrm>
            <a:off x="4630420" y="1823400"/>
            <a:ext cx="281305" cy="403860"/>
          </a:xfrm>
          <a:custGeom>
            <a:avLst/>
            <a:gdLst>
              <a:gd name="connsiteX0" fmla="*/ 703180 w 3238500"/>
              <a:gd name="connsiteY0" fmla="*/ 4435548 h 5638341"/>
              <a:gd name="connsiteX1" fmla="*/ 2535317 w 3238500"/>
              <a:gd name="connsiteY1" fmla="*/ 4435548 h 5638341"/>
              <a:gd name="connsiteX2" fmla="*/ 2535317 w 3238500"/>
              <a:gd name="connsiteY2" fmla="*/ 4838393 h 5638341"/>
              <a:gd name="connsiteX3" fmla="*/ 703180 w 3238500"/>
              <a:gd name="connsiteY3" fmla="*/ 4838393 h 5638341"/>
              <a:gd name="connsiteX4" fmla="*/ 703181 w 3238500"/>
              <a:gd name="connsiteY4" fmla="*/ 3675025 h 5638341"/>
              <a:gd name="connsiteX5" fmla="*/ 2535318 w 3238500"/>
              <a:gd name="connsiteY5" fmla="*/ 3675025 h 5638341"/>
              <a:gd name="connsiteX6" fmla="*/ 2535318 w 3238500"/>
              <a:gd name="connsiteY6" fmla="*/ 4077870 h 5638341"/>
              <a:gd name="connsiteX7" fmla="*/ 703181 w 3238500"/>
              <a:gd name="connsiteY7" fmla="*/ 4077870 h 5638341"/>
              <a:gd name="connsiteX8" fmla="*/ 703181 w 3238500"/>
              <a:gd name="connsiteY8" fmla="*/ 2914502 h 5638341"/>
              <a:gd name="connsiteX9" fmla="*/ 2535318 w 3238500"/>
              <a:gd name="connsiteY9" fmla="*/ 2914502 h 5638341"/>
              <a:gd name="connsiteX10" fmla="*/ 2535318 w 3238500"/>
              <a:gd name="connsiteY10" fmla="*/ 3317347 h 5638341"/>
              <a:gd name="connsiteX11" fmla="*/ 703181 w 3238500"/>
              <a:gd name="connsiteY11" fmla="*/ 3317347 h 5638341"/>
              <a:gd name="connsiteX12" fmla="*/ 703181 w 3238500"/>
              <a:gd name="connsiteY12" fmla="*/ 2153979 h 5638341"/>
              <a:gd name="connsiteX13" fmla="*/ 2535318 w 3238500"/>
              <a:gd name="connsiteY13" fmla="*/ 2153979 h 5638341"/>
              <a:gd name="connsiteX14" fmla="*/ 2535318 w 3238500"/>
              <a:gd name="connsiteY14" fmla="*/ 2556824 h 5638341"/>
              <a:gd name="connsiteX15" fmla="*/ 703181 w 3238500"/>
              <a:gd name="connsiteY15" fmla="*/ 2556824 h 5638341"/>
              <a:gd name="connsiteX16" fmla="*/ 703181 w 3238500"/>
              <a:gd name="connsiteY16" fmla="*/ 1393456 h 5638341"/>
              <a:gd name="connsiteX17" fmla="*/ 2535318 w 3238500"/>
              <a:gd name="connsiteY17" fmla="*/ 1393456 h 5638341"/>
              <a:gd name="connsiteX18" fmla="*/ 2535318 w 3238500"/>
              <a:gd name="connsiteY18" fmla="*/ 1796301 h 5638341"/>
              <a:gd name="connsiteX19" fmla="*/ 703181 w 3238500"/>
              <a:gd name="connsiteY19" fmla="*/ 1796301 h 5638341"/>
              <a:gd name="connsiteX20" fmla="*/ 545879 w 3238500"/>
              <a:gd name="connsiteY20" fmla="*/ 854765 h 5638341"/>
              <a:gd name="connsiteX21" fmla="*/ 355211 w 3238500"/>
              <a:gd name="connsiteY21" fmla="*/ 1045433 h 5638341"/>
              <a:gd name="connsiteX22" fmla="*/ 355211 w 3238500"/>
              <a:gd name="connsiteY22" fmla="*/ 5115447 h 5638341"/>
              <a:gd name="connsiteX23" fmla="*/ 545879 w 3238500"/>
              <a:gd name="connsiteY23" fmla="*/ 5306115 h 5638341"/>
              <a:gd name="connsiteX24" fmla="*/ 2692622 w 3238500"/>
              <a:gd name="connsiteY24" fmla="*/ 5306115 h 5638341"/>
              <a:gd name="connsiteX25" fmla="*/ 2883290 w 3238500"/>
              <a:gd name="connsiteY25" fmla="*/ 5115447 h 5638341"/>
              <a:gd name="connsiteX26" fmla="*/ 2883290 w 3238500"/>
              <a:gd name="connsiteY26" fmla="*/ 1045433 h 5638341"/>
              <a:gd name="connsiteX27" fmla="*/ 2692622 w 3238500"/>
              <a:gd name="connsiteY27" fmla="*/ 854765 h 5638341"/>
              <a:gd name="connsiteX28" fmla="*/ 1055257 w 3238500"/>
              <a:gd name="connsiteY28" fmla="*/ 0 h 5638341"/>
              <a:gd name="connsiteX29" fmla="*/ 2197532 w 3238500"/>
              <a:gd name="connsiteY29" fmla="*/ 0 h 5638341"/>
              <a:gd name="connsiteX30" fmla="*/ 2331244 w 3238500"/>
              <a:gd name="connsiteY30" fmla="*/ 133712 h 5638341"/>
              <a:gd name="connsiteX31" fmla="*/ 2331244 w 3238500"/>
              <a:gd name="connsiteY31" fmla="*/ 522540 h 5638341"/>
              <a:gd name="connsiteX32" fmla="*/ 2718105 w 3238500"/>
              <a:gd name="connsiteY32" fmla="*/ 522540 h 5638341"/>
              <a:gd name="connsiteX33" fmla="*/ 3238500 w 3238500"/>
              <a:gd name="connsiteY33" fmla="*/ 1042935 h 5638341"/>
              <a:gd name="connsiteX34" fmla="*/ 3238500 w 3238500"/>
              <a:gd name="connsiteY34" fmla="*/ 5117946 h 5638341"/>
              <a:gd name="connsiteX35" fmla="*/ 2718105 w 3238500"/>
              <a:gd name="connsiteY35" fmla="*/ 5638341 h 5638341"/>
              <a:gd name="connsiteX36" fmla="*/ 520395 w 3238500"/>
              <a:gd name="connsiteY36" fmla="*/ 5638341 h 5638341"/>
              <a:gd name="connsiteX37" fmla="*/ 0 w 3238500"/>
              <a:gd name="connsiteY37" fmla="*/ 5117946 h 5638341"/>
              <a:gd name="connsiteX38" fmla="*/ 0 w 3238500"/>
              <a:gd name="connsiteY38" fmla="*/ 1042935 h 5638341"/>
              <a:gd name="connsiteX39" fmla="*/ 520395 w 3238500"/>
              <a:gd name="connsiteY39" fmla="*/ 522540 h 5638341"/>
              <a:gd name="connsiteX40" fmla="*/ 921545 w 3238500"/>
              <a:gd name="connsiteY40" fmla="*/ 522540 h 5638341"/>
              <a:gd name="connsiteX41" fmla="*/ 921545 w 3238500"/>
              <a:gd name="connsiteY41" fmla="*/ 133712 h 5638341"/>
              <a:gd name="connsiteX42" fmla="*/ 1055257 w 3238500"/>
              <a:gd name="connsiteY42" fmla="*/ 0 h 563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238500" h="5638341">
                <a:moveTo>
                  <a:pt x="703180" y="4435548"/>
                </a:moveTo>
                <a:lnTo>
                  <a:pt x="2535317" y="4435548"/>
                </a:lnTo>
                <a:lnTo>
                  <a:pt x="2535317" y="4838393"/>
                </a:lnTo>
                <a:lnTo>
                  <a:pt x="703180" y="4838393"/>
                </a:lnTo>
                <a:close/>
                <a:moveTo>
                  <a:pt x="703181" y="3675025"/>
                </a:moveTo>
                <a:lnTo>
                  <a:pt x="2535318" y="3675025"/>
                </a:lnTo>
                <a:lnTo>
                  <a:pt x="2535318" y="4077870"/>
                </a:lnTo>
                <a:lnTo>
                  <a:pt x="703181" y="4077870"/>
                </a:lnTo>
                <a:close/>
                <a:moveTo>
                  <a:pt x="703181" y="2914502"/>
                </a:moveTo>
                <a:lnTo>
                  <a:pt x="2535318" y="2914502"/>
                </a:lnTo>
                <a:lnTo>
                  <a:pt x="2535318" y="3317347"/>
                </a:lnTo>
                <a:lnTo>
                  <a:pt x="703181" y="3317347"/>
                </a:lnTo>
                <a:close/>
                <a:moveTo>
                  <a:pt x="703181" y="2153979"/>
                </a:moveTo>
                <a:lnTo>
                  <a:pt x="2535318" y="2153979"/>
                </a:lnTo>
                <a:lnTo>
                  <a:pt x="2535318" y="2556824"/>
                </a:lnTo>
                <a:lnTo>
                  <a:pt x="703181" y="2556824"/>
                </a:lnTo>
                <a:close/>
                <a:moveTo>
                  <a:pt x="703181" y="1393456"/>
                </a:moveTo>
                <a:lnTo>
                  <a:pt x="2535318" y="1393456"/>
                </a:lnTo>
                <a:lnTo>
                  <a:pt x="2535318" y="1796301"/>
                </a:lnTo>
                <a:lnTo>
                  <a:pt x="703181" y="1796301"/>
                </a:lnTo>
                <a:close/>
                <a:moveTo>
                  <a:pt x="545879" y="854765"/>
                </a:moveTo>
                <a:cubicBezTo>
                  <a:pt x="440576" y="854765"/>
                  <a:pt x="355211" y="940130"/>
                  <a:pt x="355211" y="1045433"/>
                </a:cubicBezTo>
                <a:lnTo>
                  <a:pt x="355211" y="5115447"/>
                </a:lnTo>
                <a:cubicBezTo>
                  <a:pt x="355211" y="5220750"/>
                  <a:pt x="440576" y="5306115"/>
                  <a:pt x="545879" y="5306115"/>
                </a:cubicBezTo>
                <a:lnTo>
                  <a:pt x="2692622" y="5306115"/>
                </a:lnTo>
                <a:cubicBezTo>
                  <a:pt x="2797925" y="5306115"/>
                  <a:pt x="2883290" y="5220750"/>
                  <a:pt x="2883290" y="5115447"/>
                </a:cubicBezTo>
                <a:lnTo>
                  <a:pt x="2883290" y="1045433"/>
                </a:lnTo>
                <a:cubicBezTo>
                  <a:pt x="2883290" y="940130"/>
                  <a:pt x="2797925" y="854765"/>
                  <a:pt x="2692622" y="854765"/>
                </a:cubicBezTo>
                <a:close/>
                <a:moveTo>
                  <a:pt x="1055257" y="0"/>
                </a:moveTo>
                <a:lnTo>
                  <a:pt x="2197532" y="0"/>
                </a:lnTo>
                <a:cubicBezTo>
                  <a:pt x="2271379" y="0"/>
                  <a:pt x="2331244" y="59865"/>
                  <a:pt x="2331244" y="133712"/>
                </a:cubicBezTo>
                <a:lnTo>
                  <a:pt x="2331244" y="522540"/>
                </a:lnTo>
                <a:lnTo>
                  <a:pt x="2718105" y="522540"/>
                </a:lnTo>
                <a:cubicBezTo>
                  <a:pt x="3005511" y="522540"/>
                  <a:pt x="3238500" y="755529"/>
                  <a:pt x="3238500" y="1042935"/>
                </a:cubicBezTo>
                <a:lnTo>
                  <a:pt x="3238500" y="5117946"/>
                </a:lnTo>
                <a:cubicBezTo>
                  <a:pt x="3238500" y="5405352"/>
                  <a:pt x="3005511" y="5638341"/>
                  <a:pt x="2718105" y="5638341"/>
                </a:cubicBezTo>
                <a:lnTo>
                  <a:pt x="520395" y="5638341"/>
                </a:lnTo>
                <a:cubicBezTo>
                  <a:pt x="232989" y="5638341"/>
                  <a:pt x="0" y="5405352"/>
                  <a:pt x="0" y="5117946"/>
                </a:cubicBezTo>
                <a:lnTo>
                  <a:pt x="0" y="1042935"/>
                </a:lnTo>
                <a:cubicBezTo>
                  <a:pt x="0" y="755529"/>
                  <a:pt x="232989" y="522540"/>
                  <a:pt x="520395" y="522540"/>
                </a:cubicBezTo>
                <a:lnTo>
                  <a:pt x="921545" y="522540"/>
                </a:lnTo>
                <a:lnTo>
                  <a:pt x="921545" y="133712"/>
                </a:lnTo>
                <a:cubicBezTo>
                  <a:pt x="921545" y="59865"/>
                  <a:pt x="981410" y="0"/>
                  <a:pt x="1055257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2" name="锁"/>
          <p:cNvSpPr/>
          <p:nvPr/>
        </p:nvSpPr>
        <p:spPr>
          <a:xfrm>
            <a:off x="7341870" y="1764980"/>
            <a:ext cx="461645" cy="461645"/>
          </a:xfrm>
          <a:custGeom>
            <a:avLst/>
            <a:gdLst>
              <a:gd name="connsiteX0" fmla="*/ 1594270 w 6020639"/>
              <a:gd name="connsiteY0" fmla="*/ 0 h 5899621"/>
              <a:gd name="connsiteX1" fmla="*/ 3180309 w 6020639"/>
              <a:gd name="connsiteY1" fmla="*/ 1431265 h 5899621"/>
              <a:gd name="connsiteX2" fmla="*/ 3187901 w 6020639"/>
              <a:gd name="connsiteY2" fmla="*/ 1581620 h 5899621"/>
              <a:gd name="connsiteX3" fmla="*/ 3188539 w 6020639"/>
              <a:gd name="connsiteY3" fmla="*/ 1581620 h 5899621"/>
              <a:gd name="connsiteX4" fmla="*/ 3188539 w 6020639"/>
              <a:gd name="connsiteY4" fmla="*/ 1594250 h 5899621"/>
              <a:gd name="connsiteX5" fmla="*/ 3188540 w 6020639"/>
              <a:gd name="connsiteY5" fmla="*/ 1594270 h 5899621"/>
              <a:gd name="connsiteX6" fmla="*/ 3188539 w 6020639"/>
              <a:gd name="connsiteY6" fmla="*/ 1594270 h 5899621"/>
              <a:gd name="connsiteX7" fmla="*/ 3188539 w 6020639"/>
              <a:gd name="connsiteY7" fmla="*/ 2800821 h 5899621"/>
              <a:gd name="connsiteX8" fmla="*/ 5779057 w 6020639"/>
              <a:gd name="connsiteY8" fmla="*/ 2800821 h 5899621"/>
              <a:gd name="connsiteX9" fmla="*/ 6020639 w 6020639"/>
              <a:gd name="connsiteY9" fmla="*/ 3042403 h 5899621"/>
              <a:gd name="connsiteX10" fmla="*/ 6020639 w 6020639"/>
              <a:gd name="connsiteY10" fmla="*/ 5658039 h 5899621"/>
              <a:gd name="connsiteX11" fmla="*/ 5779057 w 6020639"/>
              <a:gd name="connsiteY11" fmla="*/ 5899621 h 5899621"/>
              <a:gd name="connsiteX12" fmla="*/ 2033121 w 6020639"/>
              <a:gd name="connsiteY12" fmla="*/ 5899621 h 5899621"/>
              <a:gd name="connsiteX13" fmla="*/ 1791539 w 6020639"/>
              <a:gd name="connsiteY13" fmla="*/ 5658039 h 5899621"/>
              <a:gd name="connsiteX14" fmla="*/ 1791539 w 6020639"/>
              <a:gd name="connsiteY14" fmla="*/ 3042403 h 5899621"/>
              <a:gd name="connsiteX15" fmla="*/ 2033121 w 6020639"/>
              <a:gd name="connsiteY15" fmla="*/ 2800821 h 5899621"/>
              <a:gd name="connsiteX16" fmla="*/ 2390775 w 6020639"/>
              <a:gd name="connsiteY16" fmla="*/ 2800821 h 5899621"/>
              <a:gd name="connsiteX17" fmla="*/ 2390775 w 6020639"/>
              <a:gd name="connsiteY17" fmla="*/ 1581814 h 5899621"/>
              <a:gd name="connsiteX18" fmla="*/ 2387289 w 6020639"/>
              <a:gd name="connsiteY18" fmla="*/ 1512768 h 5899621"/>
              <a:gd name="connsiteX19" fmla="*/ 1594269 w 6020639"/>
              <a:gd name="connsiteY19" fmla="*/ 797135 h 5899621"/>
              <a:gd name="connsiteX20" fmla="*/ 801250 w 6020639"/>
              <a:gd name="connsiteY20" fmla="*/ 1512768 h 5899621"/>
              <a:gd name="connsiteX21" fmla="*/ 797764 w 6020639"/>
              <a:gd name="connsiteY21" fmla="*/ 1581793 h 5899621"/>
              <a:gd name="connsiteX22" fmla="*/ 797764 w 6020639"/>
              <a:gd name="connsiteY22" fmla="*/ 2465904 h 5899621"/>
              <a:gd name="connsiteX23" fmla="*/ 329587 w 6020639"/>
              <a:gd name="connsiteY23" fmla="*/ 2465904 h 5899621"/>
              <a:gd name="connsiteX24" fmla="*/ 797764 w 6020639"/>
              <a:gd name="connsiteY24" fmla="*/ 3008564 h 5899621"/>
              <a:gd name="connsiteX25" fmla="*/ 797764 w 6020639"/>
              <a:gd name="connsiteY25" fmla="*/ 3159595 h 5899621"/>
              <a:gd name="connsiteX26" fmla="*/ 0 w 6020639"/>
              <a:gd name="connsiteY26" fmla="*/ 3159595 h 5899621"/>
              <a:gd name="connsiteX27" fmla="*/ 0 w 6020639"/>
              <a:gd name="connsiteY27" fmla="*/ 1594270 h 5899621"/>
              <a:gd name="connsiteX28" fmla="*/ 0 w 6020639"/>
              <a:gd name="connsiteY28" fmla="*/ 1581620 h 5899621"/>
              <a:gd name="connsiteX29" fmla="*/ 639 w 6020639"/>
              <a:gd name="connsiteY29" fmla="*/ 1581620 h 5899621"/>
              <a:gd name="connsiteX30" fmla="*/ 8231 w 6020639"/>
              <a:gd name="connsiteY30" fmla="*/ 1431265 h 5899621"/>
              <a:gd name="connsiteX31" fmla="*/ 1594270 w 6020639"/>
              <a:gd name="connsiteY31" fmla="*/ 0 h 5899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20639" h="5899621">
                <a:moveTo>
                  <a:pt x="1594270" y="0"/>
                </a:moveTo>
                <a:cubicBezTo>
                  <a:pt x="2419731" y="0"/>
                  <a:pt x="3098667" y="627345"/>
                  <a:pt x="3180309" y="1431265"/>
                </a:cubicBezTo>
                <a:lnTo>
                  <a:pt x="3187901" y="1581620"/>
                </a:lnTo>
                <a:lnTo>
                  <a:pt x="3188539" y="1581620"/>
                </a:lnTo>
                <a:lnTo>
                  <a:pt x="3188539" y="1594250"/>
                </a:lnTo>
                <a:lnTo>
                  <a:pt x="3188540" y="1594270"/>
                </a:lnTo>
                <a:lnTo>
                  <a:pt x="3188539" y="1594270"/>
                </a:lnTo>
                <a:lnTo>
                  <a:pt x="3188539" y="2800821"/>
                </a:lnTo>
                <a:lnTo>
                  <a:pt x="5779057" y="2800821"/>
                </a:lnTo>
                <a:cubicBezTo>
                  <a:pt x="5912479" y="2800821"/>
                  <a:pt x="6020639" y="2908981"/>
                  <a:pt x="6020639" y="3042403"/>
                </a:cubicBezTo>
                <a:lnTo>
                  <a:pt x="6020639" y="5658039"/>
                </a:lnTo>
                <a:cubicBezTo>
                  <a:pt x="6020639" y="5791461"/>
                  <a:pt x="5912479" y="5899621"/>
                  <a:pt x="5779057" y="5899621"/>
                </a:cubicBezTo>
                <a:lnTo>
                  <a:pt x="2033121" y="5899621"/>
                </a:lnTo>
                <a:cubicBezTo>
                  <a:pt x="1899699" y="5899621"/>
                  <a:pt x="1791539" y="5791461"/>
                  <a:pt x="1791539" y="5658039"/>
                </a:cubicBezTo>
                <a:lnTo>
                  <a:pt x="1791539" y="3042403"/>
                </a:lnTo>
                <a:cubicBezTo>
                  <a:pt x="1791539" y="2908981"/>
                  <a:pt x="1899699" y="2800821"/>
                  <a:pt x="2033121" y="2800821"/>
                </a:cubicBezTo>
                <a:lnTo>
                  <a:pt x="2390775" y="2800821"/>
                </a:lnTo>
                <a:lnTo>
                  <a:pt x="2390775" y="1581814"/>
                </a:lnTo>
                <a:lnTo>
                  <a:pt x="2387289" y="1512768"/>
                </a:lnTo>
                <a:cubicBezTo>
                  <a:pt x="2346468" y="1110807"/>
                  <a:pt x="2007000" y="797135"/>
                  <a:pt x="1594269" y="797135"/>
                </a:cubicBezTo>
                <a:cubicBezTo>
                  <a:pt x="1181539" y="797135"/>
                  <a:pt x="842071" y="1110807"/>
                  <a:pt x="801250" y="1512768"/>
                </a:cubicBezTo>
                <a:lnTo>
                  <a:pt x="797764" y="1581793"/>
                </a:lnTo>
                <a:lnTo>
                  <a:pt x="797764" y="2465904"/>
                </a:lnTo>
                <a:lnTo>
                  <a:pt x="329587" y="2465904"/>
                </a:lnTo>
                <a:lnTo>
                  <a:pt x="797764" y="3008564"/>
                </a:lnTo>
                <a:lnTo>
                  <a:pt x="797764" y="3159595"/>
                </a:lnTo>
                <a:lnTo>
                  <a:pt x="0" y="3159595"/>
                </a:lnTo>
                <a:lnTo>
                  <a:pt x="0" y="1594270"/>
                </a:lnTo>
                <a:lnTo>
                  <a:pt x="0" y="1581620"/>
                </a:lnTo>
                <a:lnTo>
                  <a:pt x="639" y="1581620"/>
                </a:lnTo>
                <a:lnTo>
                  <a:pt x="8231" y="1431265"/>
                </a:lnTo>
                <a:cubicBezTo>
                  <a:pt x="89874" y="627345"/>
                  <a:pt x="768810" y="0"/>
                  <a:pt x="1594270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828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3" name="雨伞"/>
          <p:cNvSpPr/>
          <p:nvPr/>
        </p:nvSpPr>
        <p:spPr>
          <a:xfrm>
            <a:off x="10042525" y="1721800"/>
            <a:ext cx="546735" cy="546735"/>
          </a:xfrm>
          <a:custGeom>
            <a:avLst/>
            <a:gdLst>
              <a:gd name="connsiteX0" fmla="*/ 10295531 w 10295617"/>
              <a:gd name="connsiteY0" fmla="*/ 6044312 h 10760938"/>
              <a:gd name="connsiteX1" fmla="*/ 10295617 w 10295617"/>
              <a:gd name="connsiteY1" fmla="*/ 6046023 h 10760938"/>
              <a:gd name="connsiteX2" fmla="*/ 10295311 w 10295617"/>
              <a:gd name="connsiteY2" fmla="*/ 6046023 h 10760938"/>
              <a:gd name="connsiteX3" fmla="*/ 86 w 10295617"/>
              <a:gd name="connsiteY3" fmla="*/ 6044312 h 10760938"/>
              <a:gd name="connsiteX4" fmla="*/ 306 w 10295617"/>
              <a:gd name="connsiteY4" fmla="*/ 6046023 h 10760938"/>
              <a:gd name="connsiteX5" fmla="*/ 0 w 10295617"/>
              <a:gd name="connsiteY5" fmla="*/ 6046023 h 10760938"/>
              <a:gd name="connsiteX6" fmla="*/ 5147809 w 10295617"/>
              <a:gd name="connsiteY6" fmla="*/ 0 h 10760938"/>
              <a:gd name="connsiteX7" fmla="*/ 5325006 w 10295617"/>
              <a:gd name="connsiteY7" fmla="*/ 177197 h 10760938"/>
              <a:gd name="connsiteX8" fmla="*/ 5325006 w 10295617"/>
              <a:gd name="connsiteY8" fmla="*/ 837837 h 10760938"/>
              <a:gd name="connsiteX9" fmla="*/ 5396256 w 10295617"/>
              <a:gd name="connsiteY9" fmla="*/ 839547 h 10760938"/>
              <a:gd name="connsiteX10" fmla="*/ 10269039 w 10295617"/>
              <a:gd name="connsiteY10" fmla="*/ 5513084 h 10760938"/>
              <a:gd name="connsiteX11" fmla="*/ 10295425 w 10295617"/>
              <a:gd name="connsiteY11" fmla="*/ 6042158 h 10760938"/>
              <a:gd name="connsiteX12" fmla="*/ 10260748 w 10295617"/>
              <a:gd name="connsiteY12" fmla="*/ 5773580 h 10760938"/>
              <a:gd name="connsiteX13" fmla="*/ 8579250 w 10295617"/>
              <a:gd name="connsiteY13" fmla="*/ 4703575 h 10760938"/>
              <a:gd name="connsiteX14" fmla="*/ 6897754 w 10295617"/>
              <a:gd name="connsiteY14" fmla="*/ 5773580 h 10760938"/>
              <a:gd name="connsiteX15" fmla="*/ 6863530 w 10295617"/>
              <a:gd name="connsiteY15" fmla="*/ 6038646 h 10760938"/>
              <a:gd name="connsiteX16" fmla="*/ 6829306 w 10295617"/>
              <a:gd name="connsiteY16" fmla="*/ 5773580 h 10760938"/>
              <a:gd name="connsiteX17" fmla="*/ 5451635 w 10295617"/>
              <a:gd name="connsiteY17" fmla="*/ 4724506 h 10760938"/>
              <a:gd name="connsiteX18" fmla="*/ 5325006 w 10295617"/>
              <a:gd name="connsiteY18" fmla="*/ 4711318 h 10760938"/>
              <a:gd name="connsiteX19" fmla="*/ 5325006 w 10295617"/>
              <a:gd name="connsiteY19" fmla="*/ 9805674 h 10760938"/>
              <a:gd name="connsiteX20" fmla="*/ 5325006 w 10295617"/>
              <a:gd name="connsiteY20" fmla="*/ 9821152 h 10760938"/>
              <a:gd name="connsiteX21" fmla="*/ 5323964 w 10295617"/>
              <a:gd name="connsiteY21" fmla="*/ 9821152 h 10760938"/>
              <a:gd name="connsiteX22" fmla="*/ 5316404 w 10295617"/>
              <a:gd name="connsiteY22" fmla="*/ 9933477 h 10760938"/>
              <a:gd name="connsiteX23" fmla="*/ 4838721 w 10295617"/>
              <a:gd name="connsiteY23" fmla="*/ 10637788 h 10760938"/>
              <a:gd name="connsiteX24" fmla="*/ 3875045 w 10295617"/>
              <a:gd name="connsiteY24" fmla="*/ 10623063 h 10760938"/>
              <a:gd name="connsiteX25" fmla="*/ 3414410 w 10295617"/>
              <a:gd name="connsiteY25" fmla="*/ 9776480 h 10760938"/>
              <a:gd name="connsiteX26" fmla="*/ 3769699 w 10295617"/>
              <a:gd name="connsiteY26" fmla="*/ 9787246 h 10760938"/>
              <a:gd name="connsiteX27" fmla="*/ 4058978 w 10295617"/>
              <a:gd name="connsiteY27" fmla="*/ 10318901 h 10760938"/>
              <a:gd name="connsiteX28" fmla="*/ 4664167 w 10295617"/>
              <a:gd name="connsiteY28" fmla="*/ 10328148 h 10760938"/>
              <a:gd name="connsiteX29" fmla="*/ 4969554 w 10295617"/>
              <a:gd name="connsiteY29" fmla="*/ 9805580 h 10760938"/>
              <a:gd name="connsiteX30" fmla="*/ 4970612 w 10295617"/>
              <a:gd name="connsiteY30" fmla="*/ 9805580 h 10760938"/>
              <a:gd name="connsiteX31" fmla="*/ 4970612 w 10295617"/>
              <a:gd name="connsiteY31" fmla="*/ 4711318 h 10760938"/>
              <a:gd name="connsiteX32" fmla="*/ 4843983 w 10295617"/>
              <a:gd name="connsiteY32" fmla="*/ 4724506 h 10760938"/>
              <a:gd name="connsiteX33" fmla="*/ 3466313 w 10295617"/>
              <a:gd name="connsiteY33" fmla="*/ 5773580 h 10760938"/>
              <a:gd name="connsiteX34" fmla="*/ 3432089 w 10295617"/>
              <a:gd name="connsiteY34" fmla="*/ 6038646 h 10760938"/>
              <a:gd name="connsiteX35" fmla="*/ 3397865 w 10295617"/>
              <a:gd name="connsiteY35" fmla="*/ 5773580 h 10760938"/>
              <a:gd name="connsiteX36" fmla="*/ 1716367 w 10295617"/>
              <a:gd name="connsiteY36" fmla="*/ 4703575 h 10760938"/>
              <a:gd name="connsiteX37" fmla="*/ 34871 w 10295617"/>
              <a:gd name="connsiteY37" fmla="*/ 5773580 h 10760938"/>
              <a:gd name="connsiteX38" fmla="*/ 194 w 10295617"/>
              <a:gd name="connsiteY38" fmla="*/ 6042158 h 10760938"/>
              <a:gd name="connsiteX39" fmla="*/ 26578 w 10295617"/>
              <a:gd name="connsiteY39" fmla="*/ 5513084 h 10760938"/>
              <a:gd name="connsiteX40" fmla="*/ 4899361 w 10295617"/>
              <a:gd name="connsiteY40" fmla="*/ 839547 h 10760938"/>
              <a:gd name="connsiteX41" fmla="*/ 4970612 w 10295617"/>
              <a:gd name="connsiteY41" fmla="*/ 837837 h 10760938"/>
              <a:gd name="connsiteX42" fmla="*/ 4970612 w 10295617"/>
              <a:gd name="connsiteY42" fmla="*/ 177197 h 10760938"/>
              <a:gd name="connsiteX43" fmla="*/ 5147809 w 10295617"/>
              <a:gd name="connsiteY43" fmla="*/ 0 h 10760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0295617" h="10760938">
                <a:moveTo>
                  <a:pt x="10295531" y="6044312"/>
                </a:moveTo>
                <a:lnTo>
                  <a:pt x="10295617" y="6046023"/>
                </a:lnTo>
                <a:lnTo>
                  <a:pt x="10295311" y="6046023"/>
                </a:lnTo>
                <a:close/>
                <a:moveTo>
                  <a:pt x="86" y="6044312"/>
                </a:moveTo>
                <a:lnTo>
                  <a:pt x="306" y="6046023"/>
                </a:lnTo>
                <a:lnTo>
                  <a:pt x="0" y="6046023"/>
                </a:lnTo>
                <a:close/>
                <a:moveTo>
                  <a:pt x="5147809" y="0"/>
                </a:moveTo>
                <a:cubicBezTo>
                  <a:pt x="5245672" y="0"/>
                  <a:pt x="5325006" y="79334"/>
                  <a:pt x="5325006" y="177197"/>
                </a:cubicBezTo>
                <a:lnTo>
                  <a:pt x="5325006" y="837837"/>
                </a:lnTo>
                <a:lnTo>
                  <a:pt x="5396256" y="839547"/>
                </a:lnTo>
                <a:cubicBezTo>
                  <a:pt x="7948306" y="962340"/>
                  <a:pt x="10013658" y="2966815"/>
                  <a:pt x="10269039" y="5513084"/>
                </a:cubicBezTo>
                <a:lnTo>
                  <a:pt x="10295425" y="6042158"/>
                </a:lnTo>
                <a:lnTo>
                  <a:pt x="10260748" y="5773580"/>
                </a:lnTo>
                <a:cubicBezTo>
                  <a:pt x="10100703" y="5162929"/>
                  <a:pt x="9408684" y="4703575"/>
                  <a:pt x="8579250" y="4703575"/>
                </a:cubicBezTo>
                <a:cubicBezTo>
                  <a:pt x="7749818" y="4703575"/>
                  <a:pt x="7057798" y="5162929"/>
                  <a:pt x="6897754" y="5773580"/>
                </a:cubicBezTo>
                <a:lnTo>
                  <a:pt x="6863530" y="6038646"/>
                </a:lnTo>
                <a:lnTo>
                  <a:pt x="6829306" y="5773580"/>
                </a:lnTo>
                <a:cubicBezTo>
                  <a:pt x="6689267" y="5239260"/>
                  <a:pt x="6141936" y="4820778"/>
                  <a:pt x="5451635" y="4724506"/>
                </a:cubicBezTo>
                <a:lnTo>
                  <a:pt x="5325006" y="4711318"/>
                </a:lnTo>
                <a:lnTo>
                  <a:pt x="5325006" y="9805674"/>
                </a:lnTo>
                <a:lnTo>
                  <a:pt x="5325006" y="9821152"/>
                </a:lnTo>
                <a:lnTo>
                  <a:pt x="5323964" y="9821152"/>
                </a:lnTo>
                <a:lnTo>
                  <a:pt x="5316404" y="9933477"/>
                </a:lnTo>
                <a:cubicBezTo>
                  <a:pt x="5276666" y="10227644"/>
                  <a:pt x="5101532" y="10489633"/>
                  <a:pt x="4838721" y="10637788"/>
                </a:cubicBezTo>
                <a:cubicBezTo>
                  <a:pt x="4538366" y="10807108"/>
                  <a:pt x="4170086" y="10801480"/>
                  <a:pt x="3875045" y="10623063"/>
                </a:cubicBezTo>
                <a:cubicBezTo>
                  <a:pt x="3580003" y="10444646"/>
                  <a:pt x="3403967" y="10121115"/>
                  <a:pt x="3414410" y="9776480"/>
                </a:cubicBezTo>
                <a:lnTo>
                  <a:pt x="3769699" y="9787246"/>
                </a:lnTo>
                <a:cubicBezTo>
                  <a:pt x="3763141" y="10003677"/>
                  <a:pt x="3873692" y="10206855"/>
                  <a:pt x="4058978" y="10318901"/>
                </a:cubicBezTo>
                <a:cubicBezTo>
                  <a:pt x="4244264" y="10430947"/>
                  <a:pt x="4475544" y="10434481"/>
                  <a:pt x="4664167" y="10328148"/>
                </a:cubicBezTo>
                <a:cubicBezTo>
                  <a:pt x="4852790" y="10221815"/>
                  <a:pt x="4969497" y="10022110"/>
                  <a:pt x="4969554" y="9805580"/>
                </a:cubicBezTo>
                <a:lnTo>
                  <a:pt x="4970612" y="9805580"/>
                </a:lnTo>
                <a:lnTo>
                  <a:pt x="4970612" y="4711318"/>
                </a:lnTo>
                <a:lnTo>
                  <a:pt x="4843983" y="4724506"/>
                </a:lnTo>
                <a:cubicBezTo>
                  <a:pt x="4153684" y="4820778"/>
                  <a:pt x="3606351" y="5239260"/>
                  <a:pt x="3466313" y="5773580"/>
                </a:cubicBezTo>
                <a:lnTo>
                  <a:pt x="3432089" y="6038646"/>
                </a:lnTo>
                <a:lnTo>
                  <a:pt x="3397865" y="5773580"/>
                </a:lnTo>
                <a:cubicBezTo>
                  <a:pt x="3237820" y="5162929"/>
                  <a:pt x="2545801" y="4703575"/>
                  <a:pt x="1716367" y="4703575"/>
                </a:cubicBezTo>
                <a:cubicBezTo>
                  <a:pt x="886935" y="4703575"/>
                  <a:pt x="194916" y="5162929"/>
                  <a:pt x="34871" y="5773580"/>
                </a:cubicBezTo>
                <a:lnTo>
                  <a:pt x="194" y="6042158"/>
                </a:lnTo>
                <a:lnTo>
                  <a:pt x="26578" y="5513084"/>
                </a:lnTo>
                <a:cubicBezTo>
                  <a:pt x="281959" y="2966815"/>
                  <a:pt x="2347313" y="962340"/>
                  <a:pt x="4899361" y="839547"/>
                </a:cubicBezTo>
                <a:lnTo>
                  <a:pt x="4970612" y="837837"/>
                </a:lnTo>
                <a:lnTo>
                  <a:pt x="4970612" y="177197"/>
                </a:lnTo>
                <a:cubicBezTo>
                  <a:pt x="4970612" y="79334"/>
                  <a:pt x="5049946" y="0"/>
                  <a:pt x="5147809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00000"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34" name="箱子"/>
          <p:cNvSpPr/>
          <p:nvPr/>
        </p:nvSpPr>
        <p:spPr>
          <a:xfrm>
            <a:off x="1736725" y="1764980"/>
            <a:ext cx="516890" cy="516890"/>
          </a:xfrm>
          <a:custGeom>
            <a:avLst/>
            <a:gdLst>
              <a:gd name="connsiteX0" fmla="*/ 2733675 w 5559425"/>
              <a:gd name="connsiteY0" fmla="*/ 1498599 h 4676774"/>
              <a:gd name="connsiteX1" fmla="*/ 2708275 w 5559425"/>
              <a:gd name="connsiteY1" fmla="*/ 1501774 h 4676774"/>
              <a:gd name="connsiteX2" fmla="*/ 2689225 w 5559425"/>
              <a:gd name="connsiteY2" fmla="*/ 1511299 h 4676774"/>
              <a:gd name="connsiteX3" fmla="*/ 2673350 w 5559425"/>
              <a:gd name="connsiteY3" fmla="*/ 1520824 h 4676774"/>
              <a:gd name="connsiteX4" fmla="*/ 2663825 w 5559425"/>
              <a:gd name="connsiteY4" fmla="*/ 1536699 h 4676774"/>
              <a:gd name="connsiteX5" fmla="*/ 2657475 w 5559425"/>
              <a:gd name="connsiteY5" fmla="*/ 1555749 h 4676774"/>
              <a:gd name="connsiteX6" fmla="*/ 2654300 w 5559425"/>
              <a:gd name="connsiteY6" fmla="*/ 1577974 h 4676774"/>
              <a:gd name="connsiteX7" fmla="*/ 2654300 w 5559425"/>
              <a:gd name="connsiteY7" fmla="*/ 1603374 h 4676774"/>
              <a:gd name="connsiteX8" fmla="*/ 2654300 w 5559425"/>
              <a:gd name="connsiteY8" fmla="*/ 1758949 h 4676774"/>
              <a:gd name="connsiteX9" fmla="*/ 2593975 w 5559425"/>
              <a:gd name="connsiteY9" fmla="*/ 1771649 h 4676774"/>
              <a:gd name="connsiteX10" fmla="*/ 2540000 w 5559425"/>
              <a:gd name="connsiteY10" fmla="*/ 1787524 h 4676774"/>
              <a:gd name="connsiteX11" fmla="*/ 2492375 w 5559425"/>
              <a:gd name="connsiteY11" fmla="*/ 1806574 h 4676774"/>
              <a:gd name="connsiteX12" fmla="*/ 2444750 w 5559425"/>
              <a:gd name="connsiteY12" fmla="*/ 1828799 h 4676774"/>
              <a:gd name="connsiteX13" fmla="*/ 2400300 w 5559425"/>
              <a:gd name="connsiteY13" fmla="*/ 1854199 h 4676774"/>
              <a:gd name="connsiteX14" fmla="*/ 2362200 w 5559425"/>
              <a:gd name="connsiteY14" fmla="*/ 1879599 h 4676774"/>
              <a:gd name="connsiteX15" fmla="*/ 2327275 w 5559425"/>
              <a:gd name="connsiteY15" fmla="*/ 1911349 h 4676774"/>
              <a:gd name="connsiteX16" fmla="*/ 2292350 w 5559425"/>
              <a:gd name="connsiteY16" fmla="*/ 1943099 h 4676774"/>
              <a:gd name="connsiteX17" fmla="*/ 2266950 w 5559425"/>
              <a:gd name="connsiteY17" fmla="*/ 1978024 h 4676774"/>
              <a:gd name="connsiteX18" fmla="*/ 2241550 w 5559425"/>
              <a:gd name="connsiteY18" fmla="*/ 2016124 h 4676774"/>
              <a:gd name="connsiteX19" fmla="*/ 2219325 w 5559425"/>
              <a:gd name="connsiteY19" fmla="*/ 2054224 h 4676774"/>
              <a:gd name="connsiteX20" fmla="*/ 2203450 w 5559425"/>
              <a:gd name="connsiteY20" fmla="*/ 2092324 h 4676774"/>
              <a:gd name="connsiteX21" fmla="*/ 2190750 w 5559425"/>
              <a:gd name="connsiteY21" fmla="*/ 2130424 h 4676774"/>
              <a:gd name="connsiteX22" fmla="*/ 2181225 w 5559425"/>
              <a:gd name="connsiteY22" fmla="*/ 2168524 h 4676774"/>
              <a:gd name="connsiteX23" fmla="*/ 2174875 w 5559425"/>
              <a:gd name="connsiteY23" fmla="*/ 2209799 h 4676774"/>
              <a:gd name="connsiteX24" fmla="*/ 2171700 w 5559425"/>
              <a:gd name="connsiteY24" fmla="*/ 2251074 h 4676774"/>
              <a:gd name="connsiteX25" fmla="*/ 2174875 w 5559425"/>
              <a:gd name="connsiteY25" fmla="*/ 2314574 h 4676774"/>
              <a:gd name="connsiteX26" fmla="*/ 2184400 w 5559425"/>
              <a:gd name="connsiteY26" fmla="*/ 2371724 h 4676774"/>
              <a:gd name="connsiteX27" fmla="*/ 2197100 w 5559425"/>
              <a:gd name="connsiteY27" fmla="*/ 2425699 h 4676774"/>
              <a:gd name="connsiteX28" fmla="*/ 2216150 w 5559425"/>
              <a:gd name="connsiteY28" fmla="*/ 2476499 h 4676774"/>
              <a:gd name="connsiteX29" fmla="*/ 2238375 w 5559425"/>
              <a:gd name="connsiteY29" fmla="*/ 2520949 h 4676774"/>
              <a:gd name="connsiteX30" fmla="*/ 2266950 w 5559425"/>
              <a:gd name="connsiteY30" fmla="*/ 2562224 h 4676774"/>
              <a:gd name="connsiteX31" fmla="*/ 2298700 w 5559425"/>
              <a:gd name="connsiteY31" fmla="*/ 2603499 h 4676774"/>
              <a:gd name="connsiteX32" fmla="*/ 2333625 w 5559425"/>
              <a:gd name="connsiteY32" fmla="*/ 2638424 h 4676774"/>
              <a:gd name="connsiteX33" fmla="*/ 2371725 w 5559425"/>
              <a:gd name="connsiteY33" fmla="*/ 2670174 h 4676774"/>
              <a:gd name="connsiteX34" fmla="*/ 2413000 w 5559425"/>
              <a:gd name="connsiteY34" fmla="*/ 2701924 h 4676774"/>
              <a:gd name="connsiteX35" fmla="*/ 2457450 w 5559425"/>
              <a:gd name="connsiteY35" fmla="*/ 2730499 h 4676774"/>
              <a:gd name="connsiteX36" fmla="*/ 2501900 w 5559425"/>
              <a:gd name="connsiteY36" fmla="*/ 2755899 h 4676774"/>
              <a:gd name="connsiteX37" fmla="*/ 2600325 w 5559425"/>
              <a:gd name="connsiteY37" fmla="*/ 2803524 h 4676774"/>
              <a:gd name="connsiteX38" fmla="*/ 2701925 w 5559425"/>
              <a:gd name="connsiteY38" fmla="*/ 2844799 h 4676774"/>
              <a:gd name="connsiteX39" fmla="*/ 2790825 w 5559425"/>
              <a:gd name="connsiteY39" fmla="*/ 2882899 h 4676774"/>
              <a:gd name="connsiteX40" fmla="*/ 2863850 w 5559425"/>
              <a:gd name="connsiteY40" fmla="*/ 2920999 h 4676774"/>
              <a:gd name="connsiteX41" fmla="*/ 2924175 w 5559425"/>
              <a:gd name="connsiteY41" fmla="*/ 2955924 h 4676774"/>
              <a:gd name="connsiteX42" fmla="*/ 2946400 w 5559425"/>
              <a:gd name="connsiteY42" fmla="*/ 2974974 h 4676774"/>
              <a:gd name="connsiteX43" fmla="*/ 2968625 w 5559425"/>
              <a:gd name="connsiteY43" fmla="*/ 2994024 h 4676774"/>
              <a:gd name="connsiteX44" fmla="*/ 2984500 w 5559425"/>
              <a:gd name="connsiteY44" fmla="*/ 3009899 h 4676774"/>
              <a:gd name="connsiteX45" fmla="*/ 3000375 w 5559425"/>
              <a:gd name="connsiteY45" fmla="*/ 3032124 h 4676774"/>
              <a:gd name="connsiteX46" fmla="*/ 3013075 w 5559425"/>
              <a:gd name="connsiteY46" fmla="*/ 3051174 h 4676774"/>
              <a:gd name="connsiteX47" fmla="*/ 3022600 w 5559425"/>
              <a:gd name="connsiteY47" fmla="*/ 3073399 h 4676774"/>
              <a:gd name="connsiteX48" fmla="*/ 3028950 w 5559425"/>
              <a:gd name="connsiteY48" fmla="*/ 3095624 h 4676774"/>
              <a:gd name="connsiteX49" fmla="*/ 3035300 w 5559425"/>
              <a:gd name="connsiteY49" fmla="*/ 3121024 h 4676774"/>
              <a:gd name="connsiteX50" fmla="*/ 3038475 w 5559425"/>
              <a:gd name="connsiteY50" fmla="*/ 3146424 h 4676774"/>
              <a:gd name="connsiteX51" fmla="*/ 3041650 w 5559425"/>
              <a:gd name="connsiteY51" fmla="*/ 3171824 h 4676774"/>
              <a:gd name="connsiteX52" fmla="*/ 3038475 w 5559425"/>
              <a:gd name="connsiteY52" fmla="*/ 3203574 h 4676774"/>
              <a:gd name="connsiteX53" fmla="*/ 3032125 w 5559425"/>
              <a:gd name="connsiteY53" fmla="*/ 3232149 h 4676774"/>
              <a:gd name="connsiteX54" fmla="*/ 3025775 w 5559425"/>
              <a:gd name="connsiteY54" fmla="*/ 3257549 h 4676774"/>
              <a:gd name="connsiteX55" fmla="*/ 3013075 w 5559425"/>
              <a:gd name="connsiteY55" fmla="*/ 3279774 h 4676774"/>
              <a:gd name="connsiteX56" fmla="*/ 2997200 w 5559425"/>
              <a:gd name="connsiteY56" fmla="*/ 3301999 h 4676774"/>
              <a:gd name="connsiteX57" fmla="*/ 2978150 w 5559425"/>
              <a:gd name="connsiteY57" fmla="*/ 3317874 h 4676774"/>
              <a:gd name="connsiteX58" fmla="*/ 2955925 w 5559425"/>
              <a:gd name="connsiteY58" fmla="*/ 3333749 h 4676774"/>
              <a:gd name="connsiteX59" fmla="*/ 2927350 w 5559425"/>
              <a:gd name="connsiteY59" fmla="*/ 3349624 h 4676774"/>
              <a:gd name="connsiteX60" fmla="*/ 2898775 w 5559425"/>
              <a:gd name="connsiteY60" fmla="*/ 3359149 h 4676774"/>
              <a:gd name="connsiteX61" fmla="*/ 2870200 w 5559425"/>
              <a:gd name="connsiteY61" fmla="*/ 3371849 h 4676774"/>
              <a:gd name="connsiteX62" fmla="*/ 2803525 w 5559425"/>
              <a:gd name="connsiteY62" fmla="*/ 3384549 h 4676774"/>
              <a:gd name="connsiteX63" fmla="*/ 2733675 w 5559425"/>
              <a:gd name="connsiteY63" fmla="*/ 3394074 h 4676774"/>
              <a:gd name="connsiteX64" fmla="*/ 2657475 w 5559425"/>
              <a:gd name="connsiteY64" fmla="*/ 3397249 h 4676774"/>
              <a:gd name="connsiteX65" fmla="*/ 2581275 w 5559425"/>
              <a:gd name="connsiteY65" fmla="*/ 3397249 h 4676774"/>
              <a:gd name="connsiteX66" fmla="*/ 2517775 w 5559425"/>
              <a:gd name="connsiteY66" fmla="*/ 3390899 h 4676774"/>
              <a:gd name="connsiteX67" fmla="*/ 2457450 w 5559425"/>
              <a:gd name="connsiteY67" fmla="*/ 3384549 h 4676774"/>
              <a:gd name="connsiteX68" fmla="*/ 2406650 w 5559425"/>
              <a:gd name="connsiteY68" fmla="*/ 3375024 h 4676774"/>
              <a:gd name="connsiteX69" fmla="*/ 2324100 w 5559425"/>
              <a:gd name="connsiteY69" fmla="*/ 3349624 h 4676774"/>
              <a:gd name="connsiteX70" fmla="*/ 2257425 w 5559425"/>
              <a:gd name="connsiteY70" fmla="*/ 3324224 h 4676774"/>
              <a:gd name="connsiteX71" fmla="*/ 2232025 w 5559425"/>
              <a:gd name="connsiteY71" fmla="*/ 3314699 h 4676774"/>
              <a:gd name="connsiteX72" fmla="*/ 2212975 w 5559425"/>
              <a:gd name="connsiteY72" fmla="*/ 3308349 h 4676774"/>
              <a:gd name="connsiteX73" fmla="*/ 2203450 w 5559425"/>
              <a:gd name="connsiteY73" fmla="*/ 3311524 h 4676774"/>
              <a:gd name="connsiteX74" fmla="*/ 2193925 w 5559425"/>
              <a:gd name="connsiteY74" fmla="*/ 3317874 h 4676774"/>
              <a:gd name="connsiteX75" fmla="*/ 2184400 w 5559425"/>
              <a:gd name="connsiteY75" fmla="*/ 3330574 h 4676774"/>
              <a:gd name="connsiteX76" fmla="*/ 2174875 w 5559425"/>
              <a:gd name="connsiteY76" fmla="*/ 3346449 h 4676774"/>
              <a:gd name="connsiteX77" fmla="*/ 2159000 w 5559425"/>
              <a:gd name="connsiteY77" fmla="*/ 3390899 h 4676774"/>
              <a:gd name="connsiteX78" fmla="*/ 2146300 w 5559425"/>
              <a:gd name="connsiteY78" fmla="*/ 3441699 h 4676774"/>
              <a:gd name="connsiteX79" fmla="*/ 2133600 w 5559425"/>
              <a:gd name="connsiteY79" fmla="*/ 3495674 h 4676774"/>
              <a:gd name="connsiteX80" fmla="*/ 2130425 w 5559425"/>
              <a:gd name="connsiteY80" fmla="*/ 3546474 h 4676774"/>
              <a:gd name="connsiteX81" fmla="*/ 2130425 w 5559425"/>
              <a:gd name="connsiteY81" fmla="*/ 3568699 h 4676774"/>
              <a:gd name="connsiteX82" fmla="*/ 2130425 w 5559425"/>
              <a:gd name="connsiteY82" fmla="*/ 3587749 h 4676774"/>
              <a:gd name="connsiteX83" fmla="*/ 2133600 w 5559425"/>
              <a:gd name="connsiteY83" fmla="*/ 3600449 h 4676774"/>
              <a:gd name="connsiteX84" fmla="*/ 2139950 w 5559425"/>
              <a:gd name="connsiteY84" fmla="*/ 3606799 h 4676774"/>
              <a:gd name="connsiteX85" fmla="*/ 2168525 w 5559425"/>
              <a:gd name="connsiteY85" fmla="*/ 3622674 h 4676774"/>
              <a:gd name="connsiteX86" fmla="*/ 2203450 w 5559425"/>
              <a:gd name="connsiteY86" fmla="*/ 3641724 h 4676774"/>
              <a:gd name="connsiteX87" fmla="*/ 2247900 w 5559425"/>
              <a:gd name="connsiteY87" fmla="*/ 3657599 h 4676774"/>
              <a:gd name="connsiteX88" fmla="*/ 2301875 w 5559425"/>
              <a:gd name="connsiteY88" fmla="*/ 3673474 h 4676774"/>
              <a:gd name="connsiteX89" fmla="*/ 2362200 w 5559425"/>
              <a:gd name="connsiteY89" fmla="*/ 3689349 h 4676774"/>
              <a:gd name="connsiteX90" fmla="*/ 2432050 w 5559425"/>
              <a:gd name="connsiteY90" fmla="*/ 3702049 h 4676774"/>
              <a:gd name="connsiteX91" fmla="*/ 2511425 w 5559425"/>
              <a:gd name="connsiteY91" fmla="*/ 3711574 h 4676774"/>
              <a:gd name="connsiteX92" fmla="*/ 2597150 w 5559425"/>
              <a:gd name="connsiteY92" fmla="*/ 3717924 h 4676774"/>
              <a:gd name="connsiteX93" fmla="*/ 2597150 w 5559425"/>
              <a:gd name="connsiteY93" fmla="*/ 3829049 h 4676774"/>
              <a:gd name="connsiteX94" fmla="*/ 2597150 w 5559425"/>
              <a:gd name="connsiteY94" fmla="*/ 3860799 h 4676774"/>
              <a:gd name="connsiteX95" fmla="*/ 2603500 w 5559425"/>
              <a:gd name="connsiteY95" fmla="*/ 3886199 h 4676774"/>
              <a:gd name="connsiteX96" fmla="*/ 2609850 w 5559425"/>
              <a:gd name="connsiteY96" fmla="*/ 3905249 h 4676774"/>
              <a:gd name="connsiteX97" fmla="*/ 2619375 w 5559425"/>
              <a:gd name="connsiteY97" fmla="*/ 3921124 h 4676774"/>
              <a:gd name="connsiteX98" fmla="*/ 2632075 w 5559425"/>
              <a:gd name="connsiteY98" fmla="*/ 3930649 h 4676774"/>
              <a:gd name="connsiteX99" fmla="*/ 2647950 w 5559425"/>
              <a:gd name="connsiteY99" fmla="*/ 3936999 h 4676774"/>
              <a:gd name="connsiteX100" fmla="*/ 2670175 w 5559425"/>
              <a:gd name="connsiteY100" fmla="*/ 3940174 h 4676774"/>
              <a:gd name="connsiteX101" fmla="*/ 2695575 w 5559425"/>
              <a:gd name="connsiteY101" fmla="*/ 3940174 h 4676774"/>
              <a:gd name="connsiteX102" fmla="*/ 2879725 w 5559425"/>
              <a:gd name="connsiteY102" fmla="*/ 3940174 h 4676774"/>
              <a:gd name="connsiteX103" fmla="*/ 2905125 w 5559425"/>
              <a:gd name="connsiteY103" fmla="*/ 3940174 h 4676774"/>
              <a:gd name="connsiteX104" fmla="*/ 2924175 w 5559425"/>
              <a:gd name="connsiteY104" fmla="*/ 3936999 h 4676774"/>
              <a:gd name="connsiteX105" fmla="*/ 2940050 w 5559425"/>
              <a:gd name="connsiteY105" fmla="*/ 3930649 h 4676774"/>
              <a:gd name="connsiteX106" fmla="*/ 2946400 w 5559425"/>
              <a:gd name="connsiteY106" fmla="*/ 3924299 h 4676774"/>
              <a:gd name="connsiteX107" fmla="*/ 2952750 w 5559425"/>
              <a:gd name="connsiteY107" fmla="*/ 3911599 h 4676774"/>
              <a:gd name="connsiteX108" fmla="*/ 2959100 w 5559425"/>
              <a:gd name="connsiteY108" fmla="*/ 3892549 h 4676774"/>
              <a:gd name="connsiteX109" fmla="*/ 2959100 w 5559425"/>
              <a:gd name="connsiteY109" fmla="*/ 3870324 h 4676774"/>
              <a:gd name="connsiteX110" fmla="*/ 2962275 w 5559425"/>
              <a:gd name="connsiteY110" fmla="*/ 3841749 h 4676774"/>
              <a:gd name="connsiteX111" fmla="*/ 2962275 w 5559425"/>
              <a:gd name="connsiteY111" fmla="*/ 3689349 h 4676774"/>
              <a:gd name="connsiteX112" fmla="*/ 3009900 w 5559425"/>
              <a:gd name="connsiteY112" fmla="*/ 3679824 h 4676774"/>
              <a:gd name="connsiteX113" fmla="*/ 3057525 w 5559425"/>
              <a:gd name="connsiteY113" fmla="*/ 3663949 h 4676774"/>
              <a:gd name="connsiteX114" fmla="*/ 3101975 w 5559425"/>
              <a:gd name="connsiteY114" fmla="*/ 3648074 h 4676774"/>
              <a:gd name="connsiteX115" fmla="*/ 3146425 w 5559425"/>
              <a:gd name="connsiteY115" fmla="*/ 3629024 h 4676774"/>
              <a:gd name="connsiteX116" fmla="*/ 3187700 w 5559425"/>
              <a:gd name="connsiteY116" fmla="*/ 3609974 h 4676774"/>
              <a:gd name="connsiteX117" fmla="*/ 3225800 w 5559425"/>
              <a:gd name="connsiteY117" fmla="*/ 3584574 h 4676774"/>
              <a:gd name="connsiteX118" fmla="*/ 3260725 w 5559425"/>
              <a:gd name="connsiteY118" fmla="*/ 3555999 h 4676774"/>
              <a:gd name="connsiteX119" fmla="*/ 3295650 w 5559425"/>
              <a:gd name="connsiteY119" fmla="*/ 3527424 h 4676774"/>
              <a:gd name="connsiteX120" fmla="*/ 3324225 w 5559425"/>
              <a:gd name="connsiteY120" fmla="*/ 3492499 h 4676774"/>
              <a:gd name="connsiteX121" fmla="*/ 3349625 w 5559425"/>
              <a:gd name="connsiteY121" fmla="*/ 3454399 h 4676774"/>
              <a:gd name="connsiteX122" fmla="*/ 3371850 w 5559425"/>
              <a:gd name="connsiteY122" fmla="*/ 3413124 h 4676774"/>
              <a:gd name="connsiteX123" fmla="*/ 3390900 w 5559425"/>
              <a:gd name="connsiteY123" fmla="*/ 3371849 h 4676774"/>
              <a:gd name="connsiteX124" fmla="*/ 3406775 w 5559425"/>
              <a:gd name="connsiteY124" fmla="*/ 3324224 h 4676774"/>
              <a:gd name="connsiteX125" fmla="*/ 3419475 w 5559425"/>
              <a:gd name="connsiteY125" fmla="*/ 3270249 h 4676774"/>
              <a:gd name="connsiteX126" fmla="*/ 3425825 w 5559425"/>
              <a:gd name="connsiteY126" fmla="*/ 3216274 h 4676774"/>
              <a:gd name="connsiteX127" fmla="*/ 3429000 w 5559425"/>
              <a:gd name="connsiteY127" fmla="*/ 3155949 h 4676774"/>
              <a:gd name="connsiteX128" fmla="*/ 3425825 w 5559425"/>
              <a:gd name="connsiteY128" fmla="*/ 3101974 h 4676774"/>
              <a:gd name="connsiteX129" fmla="*/ 3419475 w 5559425"/>
              <a:gd name="connsiteY129" fmla="*/ 3051174 h 4676774"/>
              <a:gd name="connsiteX130" fmla="*/ 3406775 w 5559425"/>
              <a:gd name="connsiteY130" fmla="*/ 3003549 h 4676774"/>
              <a:gd name="connsiteX131" fmla="*/ 3394075 w 5559425"/>
              <a:gd name="connsiteY131" fmla="*/ 2955924 h 4676774"/>
              <a:gd name="connsiteX132" fmla="*/ 3371850 w 5559425"/>
              <a:gd name="connsiteY132" fmla="*/ 2911474 h 4676774"/>
              <a:gd name="connsiteX133" fmla="*/ 3349625 w 5559425"/>
              <a:gd name="connsiteY133" fmla="*/ 2870199 h 4676774"/>
              <a:gd name="connsiteX134" fmla="*/ 3317875 w 5559425"/>
              <a:gd name="connsiteY134" fmla="*/ 2828924 h 4676774"/>
              <a:gd name="connsiteX135" fmla="*/ 3286125 w 5559425"/>
              <a:gd name="connsiteY135" fmla="*/ 2790824 h 4676774"/>
              <a:gd name="connsiteX136" fmla="*/ 3248025 w 5559425"/>
              <a:gd name="connsiteY136" fmla="*/ 2755899 h 4676774"/>
              <a:gd name="connsiteX137" fmla="*/ 3206750 w 5559425"/>
              <a:gd name="connsiteY137" fmla="*/ 2720974 h 4676774"/>
              <a:gd name="connsiteX138" fmla="*/ 3162300 w 5559425"/>
              <a:gd name="connsiteY138" fmla="*/ 2689224 h 4676774"/>
              <a:gd name="connsiteX139" fmla="*/ 3114675 w 5559425"/>
              <a:gd name="connsiteY139" fmla="*/ 2657474 h 4676774"/>
              <a:gd name="connsiteX140" fmla="*/ 3063875 w 5559425"/>
              <a:gd name="connsiteY140" fmla="*/ 2625724 h 4676774"/>
              <a:gd name="connsiteX141" fmla="*/ 3006725 w 5559425"/>
              <a:gd name="connsiteY141" fmla="*/ 2597149 h 4676774"/>
              <a:gd name="connsiteX142" fmla="*/ 2946400 w 5559425"/>
              <a:gd name="connsiteY142" fmla="*/ 2568574 h 4676774"/>
              <a:gd name="connsiteX143" fmla="*/ 2886075 w 5559425"/>
              <a:gd name="connsiteY143" fmla="*/ 2539999 h 4676774"/>
              <a:gd name="connsiteX144" fmla="*/ 2806700 w 5559425"/>
              <a:gd name="connsiteY144" fmla="*/ 2508249 h 4676774"/>
              <a:gd name="connsiteX145" fmla="*/ 2740025 w 5559425"/>
              <a:gd name="connsiteY145" fmla="*/ 2476499 h 4676774"/>
              <a:gd name="connsiteX146" fmla="*/ 2682875 w 5559425"/>
              <a:gd name="connsiteY146" fmla="*/ 2441574 h 4676774"/>
              <a:gd name="connsiteX147" fmla="*/ 2635250 w 5559425"/>
              <a:gd name="connsiteY147" fmla="*/ 2409824 h 4676774"/>
              <a:gd name="connsiteX148" fmla="*/ 2616200 w 5559425"/>
              <a:gd name="connsiteY148" fmla="*/ 2393949 h 4676774"/>
              <a:gd name="connsiteX149" fmla="*/ 2600325 w 5559425"/>
              <a:gd name="connsiteY149" fmla="*/ 2378074 h 4676774"/>
              <a:gd name="connsiteX150" fmla="*/ 2587625 w 5559425"/>
              <a:gd name="connsiteY150" fmla="*/ 2359024 h 4676774"/>
              <a:gd name="connsiteX151" fmla="*/ 2574925 w 5559425"/>
              <a:gd name="connsiteY151" fmla="*/ 2339974 h 4676774"/>
              <a:gd name="connsiteX152" fmla="*/ 2565400 w 5559425"/>
              <a:gd name="connsiteY152" fmla="*/ 2320924 h 4676774"/>
              <a:gd name="connsiteX153" fmla="*/ 2559050 w 5559425"/>
              <a:gd name="connsiteY153" fmla="*/ 2298699 h 4676774"/>
              <a:gd name="connsiteX154" fmla="*/ 2555875 w 5559425"/>
              <a:gd name="connsiteY154" fmla="*/ 2276474 h 4676774"/>
              <a:gd name="connsiteX155" fmla="*/ 2552700 w 5559425"/>
              <a:gd name="connsiteY155" fmla="*/ 2251074 h 4676774"/>
              <a:gd name="connsiteX156" fmla="*/ 2555875 w 5559425"/>
              <a:gd name="connsiteY156" fmla="*/ 2228849 h 4676774"/>
              <a:gd name="connsiteX157" fmla="*/ 2559050 w 5559425"/>
              <a:gd name="connsiteY157" fmla="*/ 2206624 h 4676774"/>
              <a:gd name="connsiteX158" fmla="*/ 2562225 w 5559425"/>
              <a:gd name="connsiteY158" fmla="*/ 2184399 h 4676774"/>
              <a:gd name="connsiteX159" fmla="*/ 2571750 w 5559425"/>
              <a:gd name="connsiteY159" fmla="*/ 2162174 h 4676774"/>
              <a:gd name="connsiteX160" fmla="*/ 2581275 w 5559425"/>
              <a:gd name="connsiteY160" fmla="*/ 2143124 h 4676774"/>
              <a:gd name="connsiteX161" fmla="*/ 2593975 w 5559425"/>
              <a:gd name="connsiteY161" fmla="*/ 2124074 h 4676774"/>
              <a:gd name="connsiteX162" fmla="*/ 2609850 w 5559425"/>
              <a:gd name="connsiteY162" fmla="*/ 2108199 h 4676774"/>
              <a:gd name="connsiteX163" fmla="*/ 2625725 w 5559425"/>
              <a:gd name="connsiteY163" fmla="*/ 2092324 h 4676774"/>
              <a:gd name="connsiteX164" fmla="*/ 2644775 w 5559425"/>
              <a:gd name="connsiteY164" fmla="*/ 2079624 h 4676774"/>
              <a:gd name="connsiteX165" fmla="*/ 2667000 w 5559425"/>
              <a:gd name="connsiteY165" fmla="*/ 2066924 h 4676774"/>
              <a:gd name="connsiteX166" fmla="*/ 2695575 w 5559425"/>
              <a:gd name="connsiteY166" fmla="*/ 2057399 h 4676774"/>
              <a:gd name="connsiteX167" fmla="*/ 2724150 w 5559425"/>
              <a:gd name="connsiteY167" fmla="*/ 2047874 h 4676774"/>
              <a:gd name="connsiteX168" fmla="*/ 2759075 w 5559425"/>
              <a:gd name="connsiteY168" fmla="*/ 2041524 h 4676774"/>
              <a:gd name="connsiteX169" fmla="*/ 2797175 w 5559425"/>
              <a:gd name="connsiteY169" fmla="*/ 2038349 h 4676774"/>
              <a:gd name="connsiteX170" fmla="*/ 2838450 w 5559425"/>
              <a:gd name="connsiteY170" fmla="*/ 2035174 h 4676774"/>
              <a:gd name="connsiteX171" fmla="*/ 2886075 w 5559425"/>
              <a:gd name="connsiteY171" fmla="*/ 2035174 h 4676774"/>
              <a:gd name="connsiteX172" fmla="*/ 2933700 w 5559425"/>
              <a:gd name="connsiteY172" fmla="*/ 2035174 h 4676774"/>
              <a:gd name="connsiteX173" fmla="*/ 2981325 w 5559425"/>
              <a:gd name="connsiteY173" fmla="*/ 2038349 h 4676774"/>
              <a:gd name="connsiteX174" fmla="*/ 3032125 w 5559425"/>
              <a:gd name="connsiteY174" fmla="*/ 2044699 h 4676774"/>
              <a:gd name="connsiteX175" fmla="*/ 3079750 w 5559425"/>
              <a:gd name="connsiteY175" fmla="*/ 2054224 h 4676774"/>
              <a:gd name="connsiteX176" fmla="*/ 3165475 w 5559425"/>
              <a:gd name="connsiteY176" fmla="*/ 2073274 h 4676774"/>
              <a:gd name="connsiteX177" fmla="*/ 3225800 w 5559425"/>
              <a:gd name="connsiteY177" fmla="*/ 2089149 h 4676774"/>
              <a:gd name="connsiteX178" fmla="*/ 3238500 w 5559425"/>
              <a:gd name="connsiteY178" fmla="*/ 2089149 h 4676774"/>
              <a:gd name="connsiteX179" fmla="*/ 3251200 w 5559425"/>
              <a:gd name="connsiteY179" fmla="*/ 2082799 h 4676774"/>
              <a:gd name="connsiteX180" fmla="*/ 3260725 w 5559425"/>
              <a:gd name="connsiteY180" fmla="*/ 2073274 h 4676774"/>
              <a:gd name="connsiteX181" fmla="*/ 3273425 w 5559425"/>
              <a:gd name="connsiteY181" fmla="*/ 2054224 h 4676774"/>
              <a:gd name="connsiteX182" fmla="*/ 3295650 w 5559425"/>
              <a:gd name="connsiteY182" fmla="*/ 2006599 h 4676774"/>
              <a:gd name="connsiteX183" fmla="*/ 3311525 w 5559425"/>
              <a:gd name="connsiteY183" fmla="*/ 1958974 h 4676774"/>
              <a:gd name="connsiteX184" fmla="*/ 3321050 w 5559425"/>
              <a:gd name="connsiteY184" fmla="*/ 1904999 h 4676774"/>
              <a:gd name="connsiteX185" fmla="*/ 3324225 w 5559425"/>
              <a:gd name="connsiteY185" fmla="*/ 1857374 h 4676774"/>
              <a:gd name="connsiteX186" fmla="*/ 3324225 w 5559425"/>
              <a:gd name="connsiteY186" fmla="*/ 1835149 h 4676774"/>
              <a:gd name="connsiteX187" fmla="*/ 3317875 w 5559425"/>
              <a:gd name="connsiteY187" fmla="*/ 1819274 h 4676774"/>
              <a:gd name="connsiteX188" fmla="*/ 3311525 w 5559425"/>
              <a:gd name="connsiteY188" fmla="*/ 1806574 h 4676774"/>
              <a:gd name="connsiteX189" fmla="*/ 3298825 w 5559425"/>
              <a:gd name="connsiteY189" fmla="*/ 1797049 h 4676774"/>
              <a:gd name="connsiteX190" fmla="*/ 3254375 w 5559425"/>
              <a:gd name="connsiteY190" fmla="*/ 1784349 h 4676774"/>
              <a:gd name="connsiteX191" fmla="*/ 3197225 w 5559425"/>
              <a:gd name="connsiteY191" fmla="*/ 1768474 h 4676774"/>
              <a:gd name="connsiteX192" fmla="*/ 3159125 w 5559425"/>
              <a:gd name="connsiteY192" fmla="*/ 1762124 h 4676774"/>
              <a:gd name="connsiteX193" fmla="*/ 3117850 w 5559425"/>
              <a:gd name="connsiteY193" fmla="*/ 1755774 h 4676774"/>
              <a:gd name="connsiteX194" fmla="*/ 3019425 w 5559425"/>
              <a:gd name="connsiteY194" fmla="*/ 1746249 h 4676774"/>
              <a:gd name="connsiteX195" fmla="*/ 3019425 w 5559425"/>
              <a:gd name="connsiteY195" fmla="*/ 1609724 h 4676774"/>
              <a:gd name="connsiteX196" fmla="*/ 3019425 w 5559425"/>
              <a:gd name="connsiteY196" fmla="*/ 1555749 h 4676774"/>
              <a:gd name="connsiteX197" fmla="*/ 3016250 w 5559425"/>
              <a:gd name="connsiteY197" fmla="*/ 1533524 h 4676774"/>
              <a:gd name="connsiteX198" fmla="*/ 3009900 w 5559425"/>
              <a:gd name="connsiteY198" fmla="*/ 1520824 h 4676774"/>
              <a:gd name="connsiteX199" fmla="*/ 3003550 w 5559425"/>
              <a:gd name="connsiteY199" fmla="*/ 1511299 h 4676774"/>
              <a:gd name="connsiteX200" fmla="*/ 2990850 w 5559425"/>
              <a:gd name="connsiteY200" fmla="*/ 1501774 h 4676774"/>
              <a:gd name="connsiteX201" fmla="*/ 2968625 w 5559425"/>
              <a:gd name="connsiteY201" fmla="*/ 1498599 h 4676774"/>
              <a:gd name="connsiteX202" fmla="*/ 2943225 w 5559425"/>
              <a:gd name="connsiteY202" fmla="*/ 1498599 h 4676774"/>
              <a:gd name="connsiteX203" fmla="*/ 2762250 w 5559425"/>
              <a:gd name="connsiteY203" fmla="*/ 1498599 h 4676774"/>
              <a:gd name="connsiteX204" fmla="*/ 2077933 w 5559425"/>
              <a:gd name="connsiteY204" fmla="*/ 438148 h 4676774"/>
              <a:gd name="connsiteX205" fmla="*/ 2048669 w 5559425"/>
              <a:gd name="connsiteY205" fmla="*/ 467412 h 4676774"/>
              <a:gd name="connsiteX206" fmla="*/ 2048669 w 5559425"/>
              <a:gd name="connsiteY206" fmla="*/ 769928 h 4676774"/>
              <a:gd name="connsiteX207" fmla="*/ 2075397 w 5559425"/>
              <a:gd name="connsiteY207" fmla="*/ 778225 h 4676774"/>
              <a:gd name="connsiteX208" fmla="*/ 2174524 w 5559425"/>
              <a:gd name="connsiteY208" fmla="*/ 877352 h 4676774"/>
              <a:gd name="connsiteX209" fmla="*/ 2184888 w 5559425"/>
              <a:gd name="connsiteY209" fmla="*/ 928686 h 4676774"/>
              <a:gd name="connsiteX210" fmla="*/ 3371361 w 5559425"/>
              <a:gd name="connsiteY210" fmla="*/ 928686 h 4676774"/>
              <a:gd name="connsiteX211" fmla="*/ 3381725 w 5559425"/>
              <a:gd name="connsiteY211" fmla="*/ 877352 h 4676774"/>
              <a:gd name="connsiteX212" fmla="*/ 3480853 w 5559425"/>
              <a:gd name="connsiteY212" fmla="*/ 778224 h 4676774"/>
              <a:gd name="connsiteX213" fmla="*/ 3507582 w 5559425"/>
              <a:gd name="connsiteY213" fmla="*/ 769927 h 4676774"/>
              <a:gd name="connsiteX214" fmla="*/ 3507582 w 5559425"/>
              <a:gd name="connsiteY214" fmla="*/ 467412 h 4676774"/>
              <a:gd name="connsiteX215" fmla="*/ 3478318 w 5559425"/>
              <a:gd name="connsiteY215" fmla="*/ 438148 h 4676774"/>
              <a:gd name="connsiteX216" fmla="*/ 2060754 w 5559425"/>
              <a:gd name="connsiteY216" fmla="*/ 0 h 4676774"/>
              <a:gd name="connsiteX217" fmla="*/ 3495494 w 5559425"/>
              <a:gd name="connsiteY217" fmla="*/ 0 h 4676774"/>
              <a:gd name="connsiteX218" fmla="*/ 3949699 w 5559425"/>
              <a:gd name="connsiteY218" fmla="*/ 454204 h 4676774"/>
              <a:gd name="connsiteX219" fmla="*/ 3949699 w 5559425"/>
              <a:gd name="connsiteY219" fmla="*/ 772638 h 4676774"/>
              <a:gd name="connsiteX220" fmla="*/ 3967697 w 5559425"/>
              <a:gd name="connsiteY220" fmla="*/ 778224 h 4676774"/>
              <a:gd name="connsiteX221" fmla="*/ 4066824 w 5559425"/>
              <a:gd name="connsiteY221" fmla="*/ 877352 h 4676774"/>
              <a:gd name="connsiteX222" fmla="*/ 4077188 w 5559425"/>
              <a:gd name="connsiteY222" fmla="*/ 928686 h 4676774"/>
              <a:gd name="connsiteX223" fmla="*/ 5316011 w 5559425"/>
              <a:gd name="connsiteY223" fmla="*/ 928686 h 4676774"/>
              <a:gd name="connsiteX224" fmla="*/ 5559425 w 5559425"/>
              <a:gd name="connsiteY224" fmla="*/ 1172100 h 4676774"/>
              <a:gd name="connsiteX225" fmla="*/ 5559425 w 5559425"/>
              <a:gd name="connsiteY225" fmla="*/ 4355572 h 4676774"/>
              <a:gd name="connsiteX226" fmla="*/ 5316011 w 5559425"/>
              <a:gd name="connsiteY226" fmla="*/ 4598986 h 4676774"/>
              <a:gd name="connsiteX227" fmla="*/ 4950129 w 5559425"/>
              <a:gd name="connsiteY227" fmla="*/ 4598986 h 4676774"/>
              <a:gd name="connsiteX228" fmla="*/ 4924434 w 5559425"/>
              <a:gd name="connsiteY228" fmla="*/ 4637096 h 4676774"/>
              <a:gd name="connsiteX229" fmla="*/ 4828643 w 5559425"/>
              <a:gd name="connsiteY229" fmla="*/ 4676774 h 4676774"/>
              <a:gd name="connsiteX230" fmla="*/ 4572531 w 5559425"/>
              <a:gd name="connsiteY230" fmla="*/ 4676774 h 4676774"/>
              <a:gd name="connsiteX231" fmla="*/ 4476740 w 5559425"/>
              <a:gd name="connsiteY231" fmla="*/ 4637096 h 4676774"/>
              <a:gd name="connsiteX232" fmla="*/ 4451046 w 5559425"/>
              <a:gd name="connsiteY232" fmla="*/ 4598986 h 4676774"/>
              <a:gd name="connsiteX233" fmla="*/ 1063928 w 5559425"/>
              <a:gd name="connsiteY233" fmla="*/ 4598986 h 4676774"/>
              <a:gd name="connsiteX234" fmla="*/ 1038234 w 5559425"/>
              <a:gd name="connsiteY234" fmla="*/ 4637096 h 4676774"/>
              <a:gd name="connsiteX235" fmla="*/ 942443 w 5559425"/>
              <a:gd name="connsiteY235" fmla="*/ 4676774 h 4676774"/>
              <a:gd name="connsiteX236" fmla="*/ 686331 w 5559425"/>
              <a:gd name="connsiteY236" fmla="*/ 4676774 h 4676774"/>
              <a:gd name="connsiteX237" fmla="*/ 590540 w 5559425"/>
              <a:gd name="connsiteY237" fmla="*/ 4637096 h 4676774"/>
              <a:gd name="connsiteX238" fmla="*/ 564846 w 5559425"/>
              <a:gd name="connsiteY238" fmla="*/ 4598986 h 4676774"/>
              <a:gd name="connsiteX239" fmla="*/ 243414 w 5559425"/>
              <a:gd name="connsiteY239" fmla="*/ 4598986 h 4676774"/>
              <a:gd name="connsiteX240" fmla="*/ 0 w 5559425"/>
              <a:gd name="connsiteY240" fmla="*/ 4355572 h 4676774"/>
              <a:gd name="connsiteX241" fmla="*/ 0 w 5559425"/>
              <a:gd name="connsiteY241" fmla="*/ 1172100 h 4676774"/>
              <a:gd name="connsiteX242" fmla="*/ 243414 w 5559425"/>
              <a:gd name="connsiteY242" fmla="*/ 928686 h 4676774"/>
              <a:gd name="connsiteX243" fmla="*/ 1479061 w 5559425"/>
              <a:gd name="connsiteY243" fmla="*/ 928686 h 4676774"/>
              <a:gd name="connsiteX244" fmla="*/ 1489425 w 5559425"/>
              <a:gd name="connsiteY244" fmla="*/ 877352 h 4676774"/>
              <a:gd name="connsiteX245" fmla="*/ 1588552 w 5559425"/>
              <a:gd name="connsiteY245" fmla="*/ 778225 h 4676774"/>
              <a:gd name="connsiteX246" fmla="*/ 1606549 w 5559425"/>
              <a:gd name="connsiteY246" fmla="*/ 772638 h 4676774"/>
              <a:gd name="connsiteX247" fmla="*/ 1606549 w 5559425"/>
              <a:gd name="connsiteY247" fmla="*/ 454204 h 4676774"/>
              <a:gd name="connsiteX248" fmla="*/ 2060754 w 5559425"/>
              <a:gd name="connsiteY248" fmla="*/ 0 h 4676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</a:cxnLst>
            <a:rect l="l" t="t" r="r" b="b"/>
            <a:pathLst>
              <a:path w="5559425" h="4676774">
                <a:moveTo>
                  <a:pt x="2733675" y="1498599"/>
                </a:moveTo>
                <a:lnTo>
                  <a:pt x="2708275" y="1501774"/>
                </a:lnTo>
                <a:lnTo>
                  <a:pt x="2689225" y="1511299"/>
                </a:lnTo>
                <a:lnTo>
                  <a:pt x="2673350" y="1520824"/>
                </a:lnTo>
                <a:lnTo>
                  <a:pt x="2663825" y="1536699"/>
                </a:lnTo>
                <a:lnTo>
                  <a:pt x="2657475" y="1555749"/>
                </a:lnTo>
                <a:lnTo>
                  <a:pt x="2654300" y="1577974"/>
                </a:lnTo>
                <a:lnTo>
                  <a:pt x="2654300" y="1603374"/>
                </a:lnTo>
                <a:lnTo>
                  <a:pt x="2654300" y="1758949"/>
                </a:lnTo>
                <a:lnTo>
                  <a:pt x="2593975" y="1771649"/>
                </a:lnTo>
                <a:lnTo>
                  <a:pt x="2540000" y="1787524"/>
                </a:lnTo>
                <a:lnTo>
                  <a:pt x="2492375" y="1806574"/>
                </a:lnTo>
                <a:lnTo>
                  <a:pt x="2444750" y="1828799"/>
                </a:lnTo>
                <a:lnTo>
                  <a:pt x="2400300" y="1854199"/>
                </a:lnTo>
                <a:lnTo>
                  <a:pt x="2362200" y="1879599"/>
                </a:lnTo>
                <a:lnTo>
                  <a:pt x="2327275" y="1911349"/>
                </a:lnTo>
                <a:lnTo>
                  <a:pt x="2292350" y="1943099"/>
                </a:lnTo>
                <a:lnTo>
                  <a:pt x="2266950" y="1978024"/>
                </a:lnTo>
                <a:lnTo>
                  <a:pt x="2241550" y="2016124"/>
                </a:lnTo>
                <a:lnTo>
                  <a:pt x="2219325" y="2054224"/>
                </a:lnTo>
                <a:lnTo>
                  <a:pt x="2203450" y="2092324"/>
                </a:lnTo>
                <a:lnTo>
                  <a:pt x="2190750" y="2130424"/>
                </a:lnTo>
                <a:lnTo>
                  <a:pt x="2181225" y="2168524"/>
                </a:lnTo>
                <a:lnTo>
                  <a:pt x="2174875" y="2209799"/>
                </a:lnTo>
                <a:lnTo>
                  <a:pt x="2171700" y="2251074"/>
                </a:lnTo>
                <a:lnTo>
                  <a:pt x="2174875" y="2314574"/>
                </a:lnTo>
                <a:lnTo>
                  <a:pt x="2184400" y="2371724"/>
                </a:lnTo>
                <a:lnTo>
                  <a:pt x="2197100" y="2425699"/>
                </a:lnTo>
                <a:lnTo>
                  <a:pt x="2216150" y="2476499"/>
                </a:lnTo>
                <a:lnTo>
                  <a:pt x="2238375" y="2520949"/>
                </a:lnTo>
                <a:lnTo>
                  <a:pt x="2266950" y="2562224"/>
                </a:lnTo>
                <a:lnTo>
                  <a:pt x="2298700" y="2603499"/>
                </a:lnTo>
                <a:lnTo>
                  <a:pt x="2333625" y="2638424"/>
                </a:lnTo>
                <a:lnTo>
                  <a:pt x="2371725" y="2670174"/>
                </a:lnTo>
                <a:lnTo>
                  <a:pt x="2413000" y="2701924"/>
                </a:lnTo>
                <a:lnTo>
                  <a:pt x="2457450" y="2730499"/>
                </a:lnTo>
                <a:lnTo>
                  <a:pt x="2501900" y="2755899"/>
                </a:lnTo>
                <a:lnTo>
                  <a:pt x="2600325" y="2803524"/>
                </a:lnTo>
                <a:lnTo>
                  <a:pt x="2701925" y="2844799"/>
                </a:lnTo>
                <a:lnTo>
                  <a:pt x="2790825" y="2882899"/>
                </a:lnTo>
                <a:lnTo>
                  <a:pt x="2863850" y="2920999"/>
                </a:lnTo>
                <a:lnTo>
                  <a:pt x="2924175" y="2955924"/>
                </a:lnTo>
                <a:lnTo>
                  <a:pt x="2946400" y="2974974"/>
                </a:lnTo>
                <a:lnTo>
                  <a:pt x="2968625" y="2994024"/>
                </a:lnTo>
                <a:lnTo>
                  <a:pt x="2984500" y="3009899"/>
                </a:lnTo>
                <a:lnTo>
                  <a:pt x="3000375" y="3032124"/>
                </a:lnTo>
                <a:lnTo>
                  <a:pt x="3013075" y="3051174"/>
                </a:lnTo>
                <a:lnTo>
                  <a:pt x="3022600" y="3073399"/>
                </a:lnTo>
                <a:lnTo>
                  <a:pt x="3028950" y="3095624"/>
                </a:lnTo>
                <a:lnTo>
                  <a:pt x="3035300" y="3121024"/>
                </a:lnTo>
                <a:lnTo>
                  <a:pt x="3038475" y="3146424"/>
                </a:lnTo>
                <a:lnTo>
                  <a:pt x="3041650" y="3171824"/>
                </a:lnTo>
                <a:lnTo>
                  <a:pt x="3038475" y="3203574"/>
                </a:lnTo>
                <a:lnTo>
                  <a:pt x="3032125" y="3232149"/>
                </a:lnTo>
                <a:lnTo>
                  <a:pt x="3025775" y="3257549"/>
                </a:lnTo>
                <a:lnTo>
                  <a:pt x="3013075" y="3279774"/>
                </a:lnTo>
                <a:lnTo>
                  <a:pt x="2997200" y="3301999"/>
                </a:lnTo>
                <a:lnTo>
                  <a:pt x="2978150" y="3317874"/>
                </a:lnTo>
                <a:lnTo>
                  <a:pt x="2955925" y="3333749"/>
                </a:lnTo>
                <a:lnTo>
                  <a:pt x="2927350" y="3349624"/>
                </a:lnTo>
                <a:lnTo>
                  <a:pt x="2898775" y="3359149"/>
                </a:lnTo>
                <a:lnTo>
                  <a:pt x="2870200" y="3371849"/>
                </a:lnTo>
                <a:lnTo>
                  <a:pt x="2803525" y="3384549"/>
                </a:lnTo>
                <a:lnTo>
                  <a:pt x="2733675" y="3394074"/>
                </a:lnTo>
                <a:lnTo>
                  <a:pt x="2657475" y="3397249"/>
                </a:lnTo>
                <a:lnTo>
                  <a:pt x="2581275" y="3397249"/>
                </a:lnTo>
                <a:lnTo>
                  <a:pt x="2517775" y="3390899"/>
                </a:lnTo>
                <a:lnTo>
                  <a:pt x="2457450" y="3384549"/>
                </a:lnTo>
                <a:lnTo>
                  <a:pt x="2406650" y="3375024"/>
                </a:lnTo>
                <a:lnTo>
                  <a:pt x="2324100" y="3349624"/>
                </a:lnTo>
                <a:lnTo>
                  <a:pt x="2257425" y="3324224"/>
                </a:lnTo>
                <a:lnTo>
                  <a:pt x="2232025" y="3314699"/>
                </a:lnTo>
                <a:lnTo>
                  <a:pt x="2212975" y="3308349"/>
                </a:lnTo>
                <a:lnTo>
                  <a:pt x="2203450" y="3311524"/>
                </a:lnTo>
                <a:lnTo>
                  <a:pt x="2193925" y="3317874"/>
                </a:lnTo>
                <a:lnTo>
                  <a:pt x="2184400" y="3330574"/>
                </a:lnTo>
                <a:lnTo>
                  <a:pt x="2174875" y="3346449"/>
                </a:lnTo>
                <a:lnTo>
                  <a:pt x="2159000" y="3390899"/>
                </a:lnTo>
                <a:lnTo>
                  <a:pt x="2146300" y="3441699"/>
                </a:lnTo>
                <a:lnTo>
                  <a:pt x="2133600" y="3495674"/>
                </a:lnTo>
                <a:lnTo>
                  <a:pt x="2130425" y="3546474"/>
                </a:lnTo>
                <a:lnTo>
                  <a:pt x="2130425" y="3568699"/>
                </a:lnTo>
                <a:lnTo>
                  <a:pt x="2130425" y="3587749"/>
                </a:lnTo>
                <a:lnTo>
                  <a:pt x="2133600" y="3600449"/>
                </a:lnTo>
                <a:lnTo>
                  <a:pt x="2139950" y="3606799"/>
                </a:lnTo>
                <a:lnTo>
                  <a:pt x="2168525" y="3622674"/>
                </a:lnTo>
                <a:lnTo>
                  <a:pt x="2203450" y="3641724"/>
                </a:lnTo>
                <a:lnTo>
                  <a:pt x="2247900" y="3657599"/>
                </a:lnTo>
                <a:lnTo>
                  <a:pt x="2301875" y="3673474"/>
                </a:lnTo>
                <a:lnTo>
                  <a:pt x="2362200" y="3689349"/>
                </a:lnTo>
                <a:lnTo>
                  <a:pt x="2432050" y="3702049"/>
                </a:lnTo>
                <a:lnTo>
                  <a:pt x="2511425" y="3711574"/>
                </a:lnTo>
                <a:lnTo>
                  <a:pt x="2597150" y="3717924"/>
                </a:lnTo>
                <a:lnTo>
                  <a:pt x="2597150" y="3829049"/>
                </a:lnTo>
                <a:lnTo>
                  <a:pt x="2597150" y="3860799"/>
                </a:lnTo>
                <a:lnTo>
                  <a:pt x="2603500" y="3886199"/>
                </a:lnTo>
                <a:lnTo>
                  <a:pt x="2609850" y="3905249"/>
                </a:lnTo>
                <a:lnTo>
                  <a:pt x="2619375" y="3921124"/>
                </a:lnTo>
                <a:lnTo>
                  <a:pt x="2632075" y="3930649"/>
                </a:lnTo>
                <a:lnTo>
                  <a:pt x="2647950" y="3936999"/>
                </a:lnTo>
                <a:lnTo>
                  <a:pt x="2670175" y="3940174"/>
                </a:lnTo>
                <a:lnTo>
                  <a:pt x="2695575" y="3940174"/>
                </a:lnTo>
                <a:lnTo>
                  <a:pt x="2879725" y="3940174"/>
                </a:lnTo>
                <a:lnTo>
                  <a:pt x="2905125" y="3940174"/>
                </a:lnTo>
                <a:lnTo>
                  <a:pt x="2924175" y="3936999"/>
                </a:lnTo>
                <a:lnTo>
                  <a:pt x="2940050" y="3930649"/>
                </a:lnTo>
                <a:lnTo>
                  <a:pt x="2946400" y="3924299"/>
                </a:lnTo>
                <a:lnTo>
                  <a:pt x="2952750" y="3911599"/>
                </a:lnTo>
                <a:lnTo>
                  <a:pt x="2959100" y="3892549"/>
                </a:lnTo>
                <a:lnTo>
                  <a:pt x="2959100" y="3870324"/>
                </a:lnTo>
                <a:lnTo>
                  <a:pt x="2962275" y="3841749"/>
                </a:lnTo>
                <a:lnTo>
                  <a:pt x="2962275" y="3689349"/>
                </a:lnTo>
                <a:lnTo>
                  <a:pt x="3009900" y="3679824"/>
                </a:lnTo>
                <a:lnTo>
                  <a:pt x="3057525" y="3663949"/>
                </a:lnTo>
                <a:lnTo>
                  <a:pt x="3101975" y="3648074"/>
                </a:lnTo>
                <a:lnTo>
                  <a:pt x="3146425" y="3629024"/>
                </a:lnTo>
                <a:lnTo>
                  <a:pt x="3187700" y="3609974"/>
                </a:lnTo>
                <a:lnTo>
                  <a:pt x="3225800" y="3584574"/>
                </a:lnTo>
                <a:lnTo>
                  <a:pt x="3260725" y="3555999"/>
                </a:lnTo>
                <a:lnTo>
                  <a:pt x="3295650" y="3527424"/>
                </a:lnTo>
                <a:lnTo>
                  <a:pt x="3324225" y="3492499"/>
                </a:lnTo>
                <a:lnTo>
                  <a:pt x="3349625" y="3454399"/>
                </a:lnTo>
                <a:lnTo>
                  <a:pt x="3371850" y="3413124"/>
                </a:lnTo>
                <a:lnTo>
                  <a:pt x="3390900" y="3371849"/>
                </a:lnTo>
                <a:lnTo>
                  <a:pt x="3406775" y="3324224"/>
                </a:lnTo>
                <a:lnTo>
                  <a:pt x="3419475" y="3270249"/>
                </a:lnTo>
                <a:lnTo>
                  <a:pt x="3425825" y="3216274"/>
                </a:lnTo>
                <a:lnTo>
                  <a:pt x="3429000" y="3155949"/>
                </a:lnTo>
                <a:lnTo>
                  <a:pt x="3425825" y="3101974"/>
                </a:lnTo>
                <a:lnTo>
                  <a:pt x="3419475" y="3051174"/>
                </a:lnTo>
                <a:lnTo>
                  <a:pt x="3406775" y="3003549"/>
                </a:lnTo>
                <a:lnTo>
                  <a:pt x="3394075" y="2955924"/>
                </a:lnTo>
                <a:lnTo>
                  <a:pt x="3371850" y="2911474"/>
                </a:lnTo>
                <a:lnTo>
                  <a:pt x="3349625" y="2870199"/>
                </a:lnTo>
                <a:lnTo>
                  <a:pt x="3317875" y="2828924"/>
                </a:lnTo>
                <a:lnTo>
                  <a:pt x="3286125" y="2790824"/>
                </a:lnTo>
                <a:lnTo>
                  <a:pt x="3248025" y="2755899"/>
                </a:lnTo>
                <a:lnTo>
                  <a:pt x="3206750" y="2720974"/>
                </a:lnTo>
                <a:lnTo>
                  <a:pt x="3162300" y="2689224"/>
                </a:lnTo>
                <a:lnTo>
                  <a:pt x="3114675" y="2657474"/>
                </a:lnTo>
                <a:lnTo>
                  <a:pt x="3063875" y="2625724"/>
                </a:lnTo>
                <a:lnTo>
                  <a:pt x="3006725" y="2597149"/>
                </a:lnTo>
                <a:lnTo>
                  <a:pt x="2946400" y="2568574"/>
                </a:lnTo>
                <a:lnTo>
                  <a:pt x="2886075" y="2539999"/>
                </a:lnTo>
                <a:lnTo>
                  <a:pt x="2806700" y="2508249"/>
                </a:lnTo>
                <a:lnTo>
                  <a:pt x="2740025" y="2476499"/>
                </a:lnTo>
                <a:lnTo>
                  <a:pt x="2682875" y="2441574"/>
                </a:lnTo>
                <a:lnTo>
                  <a:pt x="2635250" y="2409824"/>
                </a:lnTo>
                <a:lnTo>
                  <a:pt x="2616200" y="2393949"/>
                </a:lnTo>
                <a:lnTo>
                  <a:pt x="2600325" y="2378074"/>
                </a:lnTo>
                <a:lnTo>
                  <a:pt x="2587625" y="2359024"/>
                </a:lnTo>
                <a:lnTo>
                  <a:pt x="2574925" y="2339974"/>
                </a:lnTo>
                <a:lnTo>
                  <a:pt x="2565400" y="2320924"/>
                </a:lnTo>
                <a:lnTo>
                  <a:pt x="2559050" y="2298699"/>
                </a:lnTo>
                <a:lnTo>
                  <a:pt x="2555875" y="2276474"/>
                </a:lnTo>
                <a:lnTo>
                  <a:pt x="2552700" y="2251074"/>
                </a:lnTo>
                <a:lnTo>
                  <a:pt x="2555875" y="2228849"/>
                </a:lnTo>
                <a:lnTo>
                  <a:pt x="2559050" y="2206624"/>
                </a:lnTo>
                <a:lnTo>
                  <a:pt x="2562225" y="2184399"/>
                </a:lnTo>
                <a:lnTo>
                  <a:pt x="2571750" y="2162174"/>
                </a:lnTo>
                <a:lnTo>
                  <a:pt x="2581275" y="2143124"/>
                </a:lnTo>
                <a:lnTo>
                  <a:pt x="2593975" y="2124074"/>
                </a:lnTo>
                <a:lnTo>
                  <a:pt x="2609850" y="2108199"/>
                </a:lnTo>
                <a:lnTo>
                  <a:pt x="2625725" y="2092324"/>
                </a:lnTo>
                <a:lnTo>
                  <a:pt x="2644775" y="2079624"/>
                </a:lnTo>
                <a:lnTo>
                  <a:pt x="2667000" y="2066924"/>
                </a:lnTo>
                <a:lnTo>
                  <a:pt x="2695575" y="2057399"/>
                </a:lnTo>
                <a:lnTo>
                  <a:pt x="2724150" y="2047874"/>
                </a:lnTo>
                <a:lnTo>
                  <a:pt x="2759075" y="2041524"/>
                </a:lnTo>
                <a:lnTo>
                  <a:pt x="2797175" y="2038349"/>
                </a:lnTo>
                <a:lnTo>
                  <a:pt x="2838450" y="2035174"/>
                </a:lnTo>
                <a:lnTo>
                  <a:pt x="2886075" y="2035174"/>
                </a:lnTo>
                <a:lnTo>
                  <a:pt x="2933700" y="2035174"/>
                </a:lnTo>
                <a:lnTo>
                  <a:pt x="2981325" y="2038349"/>
                </a:lnTo>
                <a:lnTo>
                  <a:pt x="3032125" y="2044699"/>
                </a:lnTo>
                <a:lnTo>
                  <a:pt x="3079750" y="2054224"/>
                </a:lnTo>
                <a:lnTo>
                  <a:pt x="3165475" y="2073274"/>
                </a:lnTo>
                <a:lnTo>
                  <a:pt x="3225800" y="2089149"/>
                </a:lnTo>
                <a:lnTo>
                  <a:pt x="3238500" y="2089149"/>
                </a:lnTo>
                <a:lnTo>
                  <a:pt x="3251200" y="2082799"/>
                </a:lnTo>
                <a:lnTo>
                  <a:pt x="3260725" y="2073274"/>
                </a:lnTo>
                <a:lnTo>
                  <a:pt x="3273425" y="2054224"/>
                </a:lnTo>
                <a:lnTo>
                  <a:pt x="3295650" y="2006599"/>
                </a:lnTo>
                <a:lnTo>
                  <a:pt x="3311525" y="1958974"/>
                </a:lnTo>
                <a:lnTo>
                  <a:pt x="3321050" y="1904999"/>
                </a:lnTo>
                <a:lnTo>
                  <a:pt x="3324225" y="1857374"/>
                </a:lnTo>
                <a:lnTo>
                  <a:pt x="3324225" y="1835149"/>
                </a:lnTo>
                <a:lnTo>
                  <a:pt x="3317875" y="1819274"/>
                </a:lnTo>
                <a:lnTo>
                  <a:pt x="3311525" y="1806574"/>
                </a:lnTo>
                <a:lnTo>
                  <a:pt x="3298825" y="1797049"/>
                </a:lnTo>
                <a:lnTo>
                  <a:pt x="3254375" y="1784349"/>
                </a:lnTo>
                <a:lnTo>
                  <a:pt x="3197225" y="1768474"/>
                </a:lnTo>
                <a:lnTo>
                  <a:pt x="3159125" y="1762124"/>
                </a:lnTo>
                <a:lnTo>
                  <a:pt x="3117850" y="1755774"/>
                </a:lnTo>
                <a:lnTo>
                  <a:pt x="3019425" y="1746249"/>
                </a:lnTo>
                <a:lnTo>
                  <a:pt x="3019425" y="1609724"/>
                </a:lnTo>
                <a:lnTo>
                  <a:pt x="3019425" y="1555749"/>
                </a:lnTo>
                <a:lnTo>
                  <a:pt x="3016250" y="1533524"/>
                </a:lnTo>
                <a:lnTo>
                  <a:pt x="3009900" y="1520824"/>
                </a:lnTo>
                <a:lnTo>
                  <a:pt x="3003550" y="1511299"/>
                </a:lnTo>
                <a:lnTo>
                  <a:pt x="2990850" y="1501774"/>
                </a:lnTo>
                <a:lnTo>
                  <a:pt x="2968625" y="1498599"/>
                </a:lnTo>
                <a:lnTo>
                  <a:pt x="2943225" y="1498599"/>
                </a:lnTo>
                <a:lnTo>
                  <a:pt x="2762250" y="1498599"/>
                </a:lnTo>
                <a:close/>
                <a:moveTo>
                  <a:pt x="2077933" y="438148"/>
                </a:moveTo>
                <a:cubicBezTo>
                  <a:pt x="2061771" y="438148"/>
                  <a:pt x="2048669" y="451250"/>
                  <a:pt x="2048669" y="467412"/>
                </a:cubicBezTo>
                <a:lnTo>
                  <a:pt x="2048669" y="769928"/>
                </a:lnTo>
                <a:lnTo>
                  <a:pt x="2075397" y="778225"/>
                </a:lnTo>
                <a:cubicBezTo>
                  <a:pt x="2119967" y="797076"/>
                  <a:pt x="2155673" y="832782"/>
                  <a:pt x="2174524" y="877352"/>
                </a:cubicBezTo>
                <a:lnTo>
                  <a:pt x="2184888" y="928686"/>
                </a:lnTo>
                <a:lnTo>
                  <a:pt x="3371361" y="928686"/>
                </a:lnTo>
                <a:lnTo>
                  <a:pt x="3381725" y="877352"/>
                </a:lnTo>
                <a:cubicBezTo>
                  <a:pt x="3400577" y="832782"/>
                  <a:pt x="3436283" y="797076"/>
                  <a:pt x="3480853" y="778224"/>
                </a:cubicBezTo>
                <a:lnTo>
                  <a:pt x="3507582" y="769927"/>
                </a:lnTo>
                <a:lnTo>
                  <a:pt x="3507582" y="467412"/>
                </a:lnTo>
                <a:cubicBezTo>
                  <a:pt x="3507582" y="451250"/>
                  <a:pt x="3494480" y="438148"/>
                  <a:pt x="3478318" y="438148"/>
                </a:cubicBezTo>
                <a:close/>
                <a:moveTo>
                  <a:pt x="2060754" y="0"/>
                </a:moveTo>
                <a:lnTo>
                  <a:pt x="3495494" y="0"/>
                </a:lnTo>
                <a:cubicBezTo>
                  <a:pt x="3746344" y="0"/>
                  <a:pt x="3949699" y="203354"/>
                  <a:pt x="3949699" y="454204"/>
                </a:cubicBezTo>
                <a:lnTo>
                  <a:pt x="3949699" y="772638"/>
                </a:lnTo>
                <a:lnTo>
                  <a:pt x="3967697" y="778224"/>
                </a:lnTo>
                <a:cubicBezTo>
                  <a:pt x="4012267" y="797076"/>
                  <a:pt x="4047973" y="832782"/>
                  <a:pt x="4066824" y="877352"/>
                </a:cubicBezTo>
                <a:lnTo>
                  <a:pt x="4077188" y="928686"/>
                </a:lnTo>
                <a:lnTo>
                  <a:pt x="5316011" y="928686"/>
                </a:lnTo>
                <a:cubicBezTo>
                  <a:pt x="5450445" y="928686"/>
                  <a:pt x="5559425" y="1037666"/>
                  <a:pt x="5559425" y="1172100"/>
                </a:cubicBezTo>
                <a:lnTo>
                  <a:pt x="5559425" y="4355572"/>
                </a:lnTo>
                <a:cubicBezTo>
                  <a:pt x="5559425" y="4490006"/>
                  <a:pt x="5450445" y="4598986"/>
                  <a:pt x="5316011" y="4598986"/>
                </a:cubicBezTo>
                <a:lnTo>
                  <a:pt x="4950129" y="4598986"/>
                </a:lnTo>
                <a:lnTo>
                  <a:pt x="4924434" y="4637096"/>
                </a:lnTo>
                <a:cubicBezTo>
                  <a:pt x="4899919" y="4661611"/>
                  <a:pt x="4866052" y="4676774"/>
                  <a:pt x="4828643" y="4676774"/>
                </a:cubicBezTo>
                <a:lnTo>
                  <a:pt x="4572531" y="4676774"/>
                </a:lnTo>
                <a:cubicBezTo>
                  <a:pt x="4535123" y="4676774"/>
                  <a:pt x="4501256" y="4661611"/>
                  <a:pt x="4476740" y="4637096"/>
                </a:cubicBezTo>
                <a:lnTo>
                  <a:pt x="4451046" y="4598986"/>
                </a:lnTo>
                <a:lnTo>
                  <a:pt x="1063928" y="4598986"/>
                </a:lnTo>
                <a:lnTo>
                  <a:pt x="1038234" y="4637096"/>
                </a:lnTo>
                <a:cubicBezTo>
                  <a:pt x="1013719" y="4661611"/>
                  <a:pt x="979851" y="4676774"/>
                  <a:pt x="942443" y="4676774"/>
                </a:cubicBezTo>
                <a:lnTo>
                  <a:pt x="686331" y="4676774"/>
                </a:lnTo>
                <a:cubicBezTo>
                  <a:pt x="648922" y="4676774"/>
                  <a:pt x="615055" y="4661611"/>
                  <a:pt x="590540" y="4637096"/>
                </a:cubicBezTo>
                <a:lnTo>
                  <a:pt x="564846" y="4598986"/>
                </a:lnTo>
                <a:lnTo>
                  <a:pt x="243414" y="4598986"/>
                </a:lnTo>
                <a:cubicBezTo>
                  <a:pt x="108980" y="4598986"/>
                  <a:pt x="0" y="4490006"/>
                  <a:pt x="0" y="4355572"/>
                </a:cubicBezTo>
                <a:lnTo>
                  <a:pt x="0" y="1172100"/>
                </a:lnTo>
                <a:cubicBezTo>
                  <a:pt x="0" y="1037666"/>
                  <a:pt x="108980" y="928686"/>
                  <a:pt x="243414" y="928686"/>
                </a:cubicBezTo>
                <a:lnTo>
                  <a:pt x="1479061" y="928686"/>
                </a:lnTo>
                <a:lnTo>
                  <a:pt x="1489425" y="877352"/>
                </a:lnTo>
                <a:cubicBezTo>
                  <a:pt x="1508276" y="832782"/>
                  <a:pt x="1543982" y="797076"/>
                  <a:pt x="1588552" y="778225"/>
                </a:cubicBezTo>
                <a:lnTo>
                  <a:pt x="1606549" y="772638"/>
                </a:lnTo>
                <a:lnTo>
                  <a:pt x="1606549" y="454204"/>
                </a:lnTo>
                <a:cubicBezTo>
                  <a:pt x="1606549" y="203354"/>
                  <a:pt x="1809904" y="0"/>
                  <a:pt x="2060754" y="0"/>
                </a:cubicBezTo>
                <a:close/>
              </a:path>
            </a:pathLst>
          </a:custGeom>
          <a:solidFill>
            <a:srgbClr val="08507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7175" y="114304"/>
            <a:ext cx="11677650" cy="540000"/>
          </a:xfrm>
          <a:prstGeom prst="rect">
            <a:avLst/>
          </a:prstGeom>
          <a:solidFill>
            <a:srgbClr val="367F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819650" y="153472"/>
            <a:ext cx="2552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后续迭代计划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28000" y="377104"/>
            <a:ext cx="9936000" cy="14400"/>
            <a:chOff x="1128000" y="798708"/>
            <a:chExt cx="9936000" cy="36000"/>
          </a:xfrm>
          <a:solidFill>
            <a:schemeClr val="bg1"/>
          </a:solidFill>
        </p:grpSpPr>
        <p:sp>
          <p:nvSpPr>
            <p:cNvPr id="5" name="矩形 4"/>
            <p:cNvSpPr/>
            <p:nvPr/>
          </p:nvSpPr>
          <p:spPr>
            <a:xfrm>
              <a:off x="1128000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7520816" y="798708"/>
              <a:ext cx="3543184" cy="3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7" name="矩形标注 12"/>
          <p:cNvSpPr/>
          <p:nvPr/>
        </p:nvSpPr>
        <p:spPr>
          <a:xfrm>
            <a:off x="575945" y="1455155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19"/>
          <p:cNvSpPr/>
          <p:nvPr/>
        </p:nvSpPr>
        <p:spPr>
          <a:xfrm rot="5580000" flipH="1">
            <a:off x="1435735" y="2349870"/>
            <a:ext cx="314325" cy="2412365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梯形 8"/>
          <p:cNvSpPr/>
          <p:nvPr/>
        </p:nvSpPr>
        <p:spPr>
          <a:xfrm rot="16200000">
            <a:off x="1216660" y="1929500"/>
            <a:ext cx="753745" cy="247904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 20"/>
          <p:cNvSpPr/>
          <p:nvPr/>
        </p:nvSpPr>
        <p:spPr>
          <a:xfrm rot="5580000" flipH="1">
            <a:off x="4114800" y="2367650"/>
            <a:ext cx="314325" cy="260985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梯形 10"/>
          <p:cNvSpPr/>
          <p:nvPr/>
        </p:nvSpPr>
        <p:spPr>
          <a:xfrm rot="16200000">
            <a:off x="3768090" y="1858380"/>
            <a:ext cx="1007745" cy="262255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21"/>
          <p:cNvSpPr/>
          <p:nvPr/>
        </p:nvSpPr>
        <p:spPr>
          <a:xfrm rot="5580000" flipH="1">
            <a:off x="7018655" y="2430515"/>
            <a:ext cx="314325" cy="280797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梯形 12"/>
          <p:cNvSpPr/>
          <p:nvPr/>
        </p:nvSpPr>
        <p:spPr>
          <a:xfrm rot="16200000">
            <a:off x="6466840" y="1737095"/>
            <a:ext cx="1403985" cy="2837180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22"/>
          <p:cNvSpPr/>
          <p:nvPr/>
        </p:nvSpPr>
        <p:spPr>
          <a:xfrm rot="5580000" flipH="1">
            <a:off x="10164445" y="2462265"/>
            <a:ext cx="314325" cy="3148330"/>
          </a:xfrm>
          <a:custGeom>
            <a:avLst/>
            <a:gdLst>
              <a:gd name="connsiteX0" fmla="*/ 0 w 495"/>
              <a:gd name="connsiteY0" fmla="*/ 0 h 3799"/>
              <a:gd name="connsiteX1" fmla="*/ 495 w 495"/>
              <a:gd name="connsiteY1" fmla="*/ 0 h 3799"/>
              <a:gd name="connsiteX2" fmla="*/ 495 w 495"/>
              <a:gd name="connsiteY2" fmla="*/ 3799 h 3799"/>
              <a:gd name="connsiteX3" fmla="*/ 0 w 495"/>
              <a:gd name="connsiteY3" fmla="*/ 3799 h 3799"/>
              <a:gd name="connsiteX4" fmla="*/ 282 w 495"/>
              <a:gd name="connsiteY4" fmla="*/ 1933 h 3799"/>
              <a:gd name="connsiteX5" fmla="*/ 0 w 495"/>
              <a:gd name="connsiteY5" fmla="*/ 0 h 3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5" h="3799">
                <a:moveTo>
                  <a:pt x="0" y="0"/>
                </a:moveTo>
                <a:lnTo>
                  <a:pt x="495" y="0"/>
                </a:lnTo>
                <a:lnTo>
                  <a:pt x="495" y="3799"/>
                </a:lnTo>
                <a:lnTo>
                  <a:pt x="0" y="3799"/>
                </a:lnTo>
                <a:cubicBezTo>
                  <a:pt x="103" y="3503"/>
                  <a:pt x="267" y="3141"/>
                  <a:pt x="282" y="1933"/>
                </a:cubicBezTo>
                <a:cubicBezTo>
                  <a:pt x="244" y="802"/>
                  <a:pt x="132" y="49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  <a:alpha val="26000"/>
                </a:schemeClr>
              </a:gs>
              <a:gs pos="70000">
                <a:schemeClr val="tx1">
                  <a:lumMod val="75000"/>
                  <a:lumOff val="25000"/>
                  <a:alpha val="18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梯形 14"/>
          <p:cNvSpPr/>
          <p:nvPr/>
        </p:nvSpPr>
        <p:spPr>
          <a:xfrm rot="16200000">
            <a:off x="9368790" y="1561200"/>
            <a:ext cx="1908175" cy="3164205"/>
          </a:xfrm>
          <a:prstGeom prst="trapezoid">
            <a:avLst>
              <a:gd name="adj" fmla="val 13465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 flipH="1">
            <a:off x="721360" y="2968995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t>多机器人协同</a:t>
            </a:r>
          </a:p>
        </p:txBody>
      </p:sp>
      <p:sp>
        <p:nvSpPr>
          <p:cNvPr id="17" name="文本框 22"/>
          <p:cNvSpPr txBox="1"/>
          <p:nvPr/>
        </p:nvSpPr>
        <p:spPr>
          <a:xfrm flipH="1">
            <a:off x="482600" y="3776080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支持多机器人任务编排、地图共享与负载均衡。</a:t>
            </a:r>
          </a:p>
        </p:txBody>
      </p:sp>
      <p:sp>
        <p:nvSpPr>
          <p:cNvPr id="18" name="文本框 17"/>
          <p:cNvSpPr txBox="1"/>
          <p:nvPr/>
        </p:nvSpPr>
        <p:spPr>
          <a:xfrm flipH="1">
            <a:off x="655320" y="1465315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19" name="文本框 18"/>
          <p:cNvSpPr txBox="1"/>
          <p:nvPr/>
        </p:nvSpPr>
        <p:spPr>
          <a:xfrm flipH="1">
            <a:off x="3399790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t>更强AI能力</a:t>
            </a:r>
          </a:p>
        </p:txBody>
      </p:sp>
      <p:sp>
        <p:nvSpPr>
          <p:cNvPr id="20" name="文本框 19"/>
          <p:cNvSpPr txBox="1"/>
          <p:nvPr/>
        </p:nvSpPr>
        <p:spPr>
          <a:xfrm flipH="1">
            <a:off x="6296660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t>观测与告警平台</a:t>
            </a:r>
          </a:p>
        </p:txBody>
      </p:sp>
      <p:sp>
        <p:nvSpPr>
          <p:cNvPr id="21" name="文本框 20"/>
          <p:cNvSpPr txBox="1"/>
          <p:nvPr/>
        </p:nvSpPr>
        <p:spPr>
          <a:xfrm flipH="1">
            <a:off x="9450705" y="2969630"/>
            <a:ext cx="1744980" cy="398780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/>
            <a:r>
              <a:t>移动端联动</a:t>
            </a:r>
          </a:p>
        </p:txBody>
      </p:sp>
      <p:sp>
        <p:nvSpPr>
          <p:cNvPr id="22" name="喇叭"/>
          <p:cNvSpPr>
            <a:spLocks noEditPoints="1"/>
          </p:cNvSpPr>
          <p:nvPr/>
        </p:nvSpPr>
        <p:spPr>
          <a:xfrm>
            <a:off x="1720215" y="1549770"/>
            <a:ext cx="669925" cy="784225"/>
          </a:xfrm>
          <a:custGeom>
            <a:avLst/>
            <a:gdLst/>
            <a:ahLst/>
            <a:cxnLst>
              <a:cxn ang="0">
                <a:pos x="313077" y="111159"/>
              </a:cxn>
              <a:cxn ang="0">
                <a:pos x="293510" y="137315"/>
              </a:cxn>
              <a:cxn ang="0">
                <a:pos x="293510" y="202702"/>
              </a:cxn>
              <a:cxn ang="0">
                <a:pos x="273942" y="228858"/>
              </a:cxn>
              <a:cxn ang="0">
                <a:pos x="130449" y="156931"/>
              </a:cxn>
              <a:cxn ang="0">
                <a:pos x="117404" y="202702"/>
              </a:cxn>
              <a:cxn ang="0">
                <a:pos x="136971" y="255013"/>
              </a:cxn>
              <a:cxn ang="0">
                <a:pos x="65224" y="261551"/>
              </a:cxn>
              <a:cxn ang="0">
                <a:pos x="52180" y="156931"/>
              </a:cxn>
              <a:cxn ang="0">
                <a:pos x="32612" y="156931"/>
              </a:cxn>
              <a:cxn ang="0">
                <a:pos x="0" y="130776"/>
              </a:cxn>
              <a:cxn ang="0">
                <a:pos x="0" y="98082"/>
              </a:cxn>
              <a:cxn ang="0">
                <a:pos x="32612" y="71927"/>
              </a:cxn>
              <a:cxn ang="0">
                <a:pos x="110881" y="71927"/>
              </a:cxn>
              <a:cxn ang="0">
                <a:pos x="273942" y="0"/>
              </a:cxn>
              <a:cxn ang="0">
                <a:pos x="293510" y="26155"/>
              </a:cxn>
              <a:cxn ang="0">
                <a:pos x="293510" y="91543"/>
              </a:cxn>
              <a:cxn ang="0">
                <a:pos x="313077" y="111159"/>
              </a:cxn>
              <a:cxn ang="0">
                <a:pos x="273942" y="32694"/>
              </a:cxn>
              <a:cxn ang="0">
                <a:pos x="136971" y="91543"/>
              </a:cxn>
              <a:cxn ang="0">
                <a:pos x="136971" y="137315"/>
              </a:cxn>
              <a:cxn ang="0">
                <a:pos x="273942" y="196164"/>
              </a:cxn>
              <a:cxn ang="0">
                <a:pos x="273942" y="32694"/>
              </a:cxn>
            </a:cxnLst>
            <a:rect l="0" t="0" r="0" b="0"/>
            <a:pathLst>
              <a:path w="48" h="42">
                <a:moveTo>
                  <a:pt x="48" y="17"/>
                </a:moveTo>
                <a:cubicBezTo>
                  <a:pt x="48" y="19"/>
                  <a:pt x="47" y="21"/>
                  <a:pt x="45" y="21"/>
                </a:cubicBezTo>
                <a:cubicBezTo>
                  <a:pt x="45" y="31"/>
                  <a:pt x="45" y="31"/>
                  <a:pt x="45" y="31"/>
                </a:cubicBezTo>
                <a:cubicBezTo>
                  <a:pt x="45" y="33"/>
                  <a:pt x="43" y="35"/>
                  <a:pt x="42" y="35"/>
                </a:cubicBezTo>
                <a:cubicBezTo>
                  <a:pt x="37" y="31"/>
                  <a:pt x="29" y="25"/>
                  <a:pt x="20" y="24"/>
                </a:cubicBezTo>
                <a:cubicBezTo>
                  <a:pt x="17" y="25"/>
                  <a:pt x="15" y="29"/>
                  <a:pt x="18" y="31"/>
                </a:cubicBezTo>
                <a:cubicBezTo>
                  <a:pt x="16" y="34"/>
                  <a:pt x="18" y="37"/>
                  <a:pt x="21" y="39"/>
                </a:cubicBezTo>
                <a:cubicBezTo>
                  <a:pt x="19" y="42"/>
                  <a:pt x="12" y="42"/>
                  <a:pt x="10" y="40"/>
                </a:cubicBezTo>
                <a:cubicBezTo>
                  <a:pt x="8" y="35"/>
                  <a:pt x="6" y="30"/>
                  <a:pt x="8" y="24"/>
                </a:cubicBezTo>
                <a:cubicBezTo>
                  <a:pt x="5" y="24"/>
                  <a:pt x="5" y="24"/>
                  <a:pt x="5" y="24"/>
                </a:cubicBezTo>
                <a:cubicBezTo>
                  <a:pt x="2" y="24"/>
                  <a:pt x="0" y="22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5" y="11"/>
                </a:cubicBezTo>
                <a:cubicBezTo>
                  <a:pt x="17" y="11"/>
                  <a:pt x="17" y="11"/>
                  <a:pt x="17" y="11"/>
                </a:cubicBezTo>
                <a:cubicBezTo>
                  <a:pt x="28" y="11"/>
                  <a:pt x="36" y="5"/>
                  <a:pt x="42" y="0"/>
                </a:cubicBezTo>
                <a:cubicBezTo>
                  <a:pt x="43" y="0"/>
                  <a:pt x="45" y="2"/>
                  <a:pt x="45" y="4"/>
                </a:cubicBezTo>
                <a:cubicBezTo>
                  <a:pt x="45" y="14"/>
                  <a:pt x="45" y="14"/>
                  <a:pt x="45" y="14"/>
                </a:cubicBezTo>
                <a:cubicBezTo>
                  <a:pt x="47" y="14"/>
                  <a:pt x="48" y="16"/>
                  <a:pt x="48" y="17"/>
                </a:cubicBezTo>
                <a:close/>
                <a:moveTo>
                  <a:pt x="42" y="5"/>
                </a:moveTo>
                <a:cubicBezTo>
                  <a:pt x="35" y="10"/>
                  <a:pt x="28" y="13"/>
                  <a:pt x="21" y="14"/>
                </a:cubicBezTo>
                <a:cubicBezTo>
                  <a:pt x="21" y="21"/>
                  <a:pt x="21" y="21"/>
                  <a:pt x="21" y="21"/>
                </a:cubicBezTo>
                <a:cubicBezTo>
                  <a:pt x="28" y="22"/>
                  <a:pt x="35" y="25"/>
                  <a:pt x="42" y="30"/>
                </a:cubicBezTo>
                <a:lnTo>
                  <a:pt x="42" y="5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标注 7"/>
          <p:cNvSpPr/>
          <p:nvPr/>
        </p:nvSpPr>
        <p:spPr>
          <a:xfrm>
            <a:off x="3192145" y="1342760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 flipH="1">
            <a:off x="3271520" y="1352920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</a:p>
        </p:txBody>
      </p:sp>
      <p:sp>
        <p:nvSpPr>
          <p:cNvPr id="25" name="链条"/>
          <p:cNvSpPr>
            <a:spLocks noEditPoints="1"/>
          </p:cNvSpPr>
          <p:nvPr/>
        </p:nvSpPr>
        <p:spPr>
          <a:xfrm>
            <a:off x="4336415" y="1416420"/>
            <a:ext cx="726440" cy="805815"/>
          </a:xfrm>
          <a:custGeom>
            <a:avLst/>
            <a:gdLst/>
            <a:ahLst/>
            <a:cxnLst>
              <a:cxn ang="0">
                <a:pos x="266141" y="246668"/>
              </a:cxn>
              <a:cxn ang="0">
                <a:pos x="246668" y="272633"/>
              </a:cxn>
              <a:cxn ang="0">
                <a:pos x="207720" y="285615"/>
              </a:cxn>
              <a:cxn ang="0">
                <a:pos x="175264" y="272633"/>
              </a:cxn>
              <a:cxn ang="0">
                <a:pos x="136316" y="233685"/>
              </a:cxn>
              <a:cxn ang="0">
                <a:pos x="123334" y="201229"/>
              </a:cxn>
              <a:cxn ang="0">
                <a:pos x="136316" y="162281"/>
              </a:cxn>
              <a:cxn ang="0">
                <a:pos x="123334" y="149299"/>
              </a:cxn>
              <a:cxn ang="0">
                <a:pos x="84386" y="162281"/>
              </a:cxn>
              <a:cxn ang="0">
                <a:pos x="51930" y="149299"/>
              </a:cxn>
              <a:cxn ang="0">
                <a:pos x="12983" y="110351"/>
              </a:cxn>
              <a:cxn ang="0">
                <a:pos x="0" y="77895"/>
              </a:cxn>
              <a:cxn ang="0">
                <a:pos x="12983" y="38948"/>
              </a:cxn>
              <a:cxn ang="0">
                <a:pos x="38948" y="12983"/>
              </a:cxn>
              <a:cxn ang="0">
                <a:pos x="77895" y="0"/>
              </a:cxn>
              <a:cxn ang="0">
                <a:pos x="110351" y="12983"/>
              </a:cxn>
              <a:cxn ang="0">
                <a:pos x="149299" y="51930"/>
              </a:cxn>
              <a:cxn ang="0">
                <a:pos x="162281" y="84386"/>
              </a:cxn>
              <a:cxn ang="0">
                <a:pos x="149299" y="123334"/>
              </a:cxn>
              <a:cxn ang="0">
                <a:pos x="162281" y="136316"/>
              </a:cxn>
              <a:cxn ang="0">
                <a:pos x="194738" y="123334"/>
              </a:cxn>
              <a:cxn ang="0">
                <a:pos x="233685" y="136316"/>
              </a:cxn>
              <a:cxn ang="0">
                <a:pos x="272633" y="175264"/>
              </a:cxn>
              <a:cxn ang="0">
                <a:pos x="285615" y="207720"/>
              </a:cxn>
              <a:cxn ang="0">
                <a:pos x="266141" y="246668"/>
              </a:cxn>
              <a:cxn ang="0">
                <a:pos x="123334" y="77895"/>
              </a:cxn>
              <a:cxn ang="0">
                <a:pos x="90878" y="38948"/>
              </a:cxn>
              <a:cxn ang="0">
                <a:pos x="77895" y="32456"/>
              </a:cxn>
              <a:cxn ang="0">
                <a:pos x="64913" y="38948"/>
              </a:cxn>
              <a:cxn ang="0">
                <a:pos x="38948" y="64913"/>
              </a:cxn>
              <a:cxn ang="0">
                <a:pos x="32456" y="77895"/>
              </a:cxn>
              <a:cxn ang="0">
                <a:pos x="38948" y="84386"/>
              </a:cxn>
              <a:cxn ang="0">
                <a:pos x="77895" y="123334"/>
              </a:cxn>
              <a:cxn ang="0">
                <a:pos x="84386" y="129825"/>
              </a:cxn>
              <a:cxn ang="0">
                <a:pos x="97369" y="123334"/>
              </a:cxn>
              <a:cxn ang="0">
                <a:pos x="84386" y="103860"/>
              </a:cxn>
              <a:cxn ang="0">
                <a:pos x="103860" y="84386"/>
              </a:cxn>
              <a:cxn ang="0">
                <a:pos x="123334" y="97369"/>
              </a:cxn>
              <a:cxn ang="0">
                <a:pos x="129825" y="84386"/>
              </a:cxn>
              <a:cxn ang="0">
                <a:pos x="123334" y="77895"/>
              </a:cxn>
              <a:cxn ang="0">
                <a:pos x="246668" y="194738"/>
              </a:cxn>
              <a:cxn ang="0">
                <a:pos x="207720" y="162281"/>
              </a:cxn>
              <a:cxn ang="0">
                <a:pos x="194738" y="155790"/>
              </a:cxn>
              <a:cxn ang="0">
                <a:pos x="188246" y="162281"/>
              </a:cxn>
              <a:cxn ang="0">
                <a:pos x="194738" y="181755"/>
              </a:cxn>
              <a:cxn ang="0">
                <a:pos x="181755" y="201229"/>
              </a:cxn>
              <a:cxn ang="0">
                <a:pos x="162281" y="188246"/>
              </a:cxn>
              <a:cxn ang="0">
                <a:pos x="155790" y="201229"/>
              </a:cxn>
              <a:cxn ang="0">
                <a:pos x="162281" y="207720"/>
              </a:cxn>
              <a:cxn ang="0">
                <a:pos x="194738" y="246668"/>
              </a:cxn>
              <a:cxn ang="0">
                <a:pos x="207720" y="253159"/>
              </a:cxn>
              <a:cxn ang="0">
                <a:pos x="220703" y="246668"/>
              </a:cxn>
              <a:cxn ang="0">
                <a:pos x="246668" y="220703"/>
              </a:cxn>
              <a:cxn ang="0">
                <a:pos x="253159" y="207720"/>
              </a:cxn>
              <a:cxn ang="0">
                <a:pos x="246668" y="194738"/>
              </a:cxn>
            </a:cxnLst>
            <a:rect l="0" t="0" r="0" b="0"/>
            <a:pathLst>
              <a:path w="44" h="44">
                <a:moveTo>
                  <a:pt x="41" y="38"/>
                </a:moveTo>
                <a:cubicBezTo>
                  <a:pt x="38" y="42"/>
                  <a:pt x="38" y="42"/>
                  <a:pt x="38" y="42"/>
                </a:cubicBezTo>
                <a:cubicBezTo>
                  <a:pt x="36" y="43"/>
                  <a:pt x="34" y="44"/>
                  <a:pt x="32" y="44"/>
                </a:cubicBezTo>
                <a:cubicBezTo>
                  <a:pt x="30" y="44"/>
                  <a:pt x="28" y="43"/>
                  <a:pt x="27" y="42"/>
                </a:cubicBezTo>
                <a:cubicBezTo>
                  <a:pt x="21" y="36"/>
                  <a:pt x="21" y="36"/>
                  <a:pt x="21" y="36"/>
                </a:cubicBezTo>
                <a:cubicBezTo>
                  <a:pt x="20" y="35"/>
                  <a:pt x="19" y="33"/>
                  <a:pt x="19" y="31"/>
                </a:cubicBezTo>
                <a:cubicBezTo>
                  <a:pt x="19" y="28"/>
                  <a:pt x="20" y="26"/>
                  <a:pt x="21" y="25"/>
                </a:cubicBezTo>
                <a:cubicBezTo>
                  <a:pt x="19" y="23"/>
                  <a:pt x="19" y="23"/>
                  <a:pt x="19" y="23"/>
                </a:cubicBezTo>
                <a:cubicBezTo>
                  <a:pt x="17" y="24"/>
                  <a:pt x="15" y="25"/>
                  <a:pt x="13" y="25"/>
                </a:cubicBezTo>
                <a:cubicBezTo>
                  <a:pt x="11" y="25"/>
                  <a:pt x="9" y="24"/>
                  <a:pt x="8" y="23"/>
                </a:cubicBezTo>
                <a:cubicBezTo>
                  <a:pt x="2" y="17"/>
                  <a:pt x="2" y="17"/>
                  <a:pt x="2" y="17"/>
                </a:cubicBezTo>
                <a:cubicBezTo>
                  <a:pt x="1" y="16"/>
                  <a:pt x="0" y="14"/>
                  <a:pt x="0" y="12"/>
                </a:cubicBezTo>
                <a:cubicBezTo>
                  <a:pt x="0" y="10"/>
                  <a:pt x="1" y="8"/>
                  <a:pt x="2" y="6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2" y="0"/>
                </a:cubicBezTo>
                <a:cubicBezTo>
                  <a:pt x="14" y="0"/>
                  <a:pt x="16" y="1"/>
                  <a:pt x="17" y="2"/>
                </a:cubicBezTo>
                <a:cubicBezTo>
                  <a:pt x="23" y="8"/>
                  <a:pt x="23" y="8"/>
                  <a:pt x="23" y="8"/>
                </a:cubicBezTo>
                <a:cubicBezTo>
                  <a:pt x="24" y="9"/>
                  <a:pt x="25" y="11"/>
                  <a:pt x="25" y="13"/>
                </a:cubicBezTo>
                <a:cubicBezTo>
                  <a:pt x="25" y="15"/>
                  <a:pt x="24" y="17"/>
                  <a:pt x="23" y="19"/>
                </a:cubicBezTo>
                <a:cubicBezTo>
                  <a:pt x="25" y="21"/>
                  <a:pt x="25" y="21"/>
                  <a:pt x="25" y="21"/>
                </a:cubicBezTo>
                <a:cubicBezTo>
                  <a:pt x="26" y="20"/>
                  <a:pt x="28" y="19"/>
                  <a:pt x="30" y="19"/>
                </a:cubicBezTo>
                <a:cubicBezTo>
                  <a:pt x="33" y="19"/>
                  <a:pt x="35" y="20"/>
                  <a:pt x="36" y="21"/>
                </a:cubicBezTo>
                <a:cubicBezTo>
                  <a:pt x="42" y="27"/>
                  <a:pt x="42" y="27"/>
                  <a:pt x="42" y="27"/>
                </a:cubicBezTo>
                <a:cubicBezTo>
                  <a:pt x="43" y="28"/>
                  <a:pt x="44" y="30"/>
                  <a:pt x="44" y="32"/>
                </a:cubicBezTo>
                <a:cubicBezTo>
                  <a:pt x="44" y="34"/>
                  <a:pt x="43" y="36"/>
                  <a:pt x="41" y="38"/>
                </a:cubicBezTo>
                <a:close/>
                <a:moveTo>
                  <a:pt x="19" y="12"/>
                </a:moveTo>
                <a:cubicBezTo>
                  <a:pt x="14" y="6"/>
                  <a:pt x="14" y="6"/>
                  <a:pt x="14" y="6"/>
                </a:cubicBezTo>
                <a:cubicBezTo>
                  <a:pt x="13" y="5"/>
                  <a:pt x="12" y="5"/>
                  <a:pt x="12" y="5"/>
                </a:cubicBezTo>
                <a:cubicBezTo>
                  <a:pt x="11" y="5"/>
                  <a:pt x="10" y="5"/>
                  <a:pt x="10" y="6"/>
                </a:cubicBezTo>
                <a:cubicBezTo>
                  <a:pt x="6" y="10"/>
                  <a:pt x="6" y="10"/>
                  <a:pt x="6" y="10"/>
                </a:cubicBezTo>
                <a:cubicBezTo>
                  <a:pt x="5" y="10"/>
                  <a:pt x="5" y="11"/>
                  <a:pt x="5" y="12"/>
                </a:cubicBezTo>
                <a:cubicBezTo>
                  <a:pt x="5" y="12"/>
                  <a:pt x="5" y="13"/>
                  <a:pt x="6" y="13"/>
                </a:cubicBezTo>
                <a:cubicBezTo>
                  <a:pt x="12" y="19"/>
                  <a:pt x="12" y="19"/>
                  <a:pt x="12" y="19"/>
                </a:cubicBezTo>
                <a:cubicBezTo>
                  <a:pt x="12" y="20"/>
                  <a:pt x="13" y="20"/>
                  <a:pt x="13" y="20"/>
                </a:cubicBezTo>
                <a:cubicBezTo>
                  <a:pt x="14" y="20"/>
                  <a:pt x="15" y="20"/>
                  <a:pt x="15" y="19"/>
                </a:cubicBezTo>
                <a:cubicBezTo>
                  <a:pt x="14" y="18"/>
                  <a:pt x="13" y="17"/>
                  <a:pt x="13" y="16"/>
                </a:cubicBezTo>
                <a:cubicBezTo>
                  <a:pt x="13" y="15"/>
                  <a:pt x="14" y="13"/>
                  <a:pt x="16" y="13"/>
                </a:cubicBezTo>
                <a:cubicBezTo>
                  <a:pt x="17" y="13"/>
                  <a:pt x="18" y="14"/>
                  <a:pt x="19" y="15"/>
                </a:cubicBezTo>
                <a:cubicBezTo>
                  <a:pt x="19" y="15"/>
                  <a:pt x="20" y="14"/>
                  <a:pt x="20" y="13"/>
                </a:cubicBezTo>
                <a:cubicBezTo>
                  <a:pt x="20" y="13"/>
                  <a:pt x="20" y="12"/>
                  <a:pt x="19" y="12"/>
                </a:cubicBezTo>
                <a:close/>
                <a:moveTo>
                  <a:pt x="38" y="30"/>
                </a:moveTo>
                <a:cubicBezTo>
                  <a:pt x="32" y="25"/>
                  <a:pt x="32" y="25"/>
                  <a:pt x="32" y="25"/>
                </a:cubicBezTo>
                <a:cubicBezTo>
                  <a:pt x="32" y="24"/>
                  <a:pt x="31" y="24"/>
                  <a:pt x="30" y="24"/>
                </a:cubicBezTo>
                <a:cubicBezTo>
                  <a:pt x="30" y="24"/>
                  <a:pt x="29" y="24"/>
                  <a:pt x="29" y="25"/>
                </a:cubicBezTo>
                <a:cubicBezTo>
                  <a:pt x="29" y="26"/>
                  <a:pt x="30" y="27"/>
                  <a:pt x="30" y="28"/>
                </a:cubicBezTo>
                <a:cubicBezTo>
                  <a:pt x="30" y="29"/>
                  <a:pt x="29" y="31"/>
                  <a:pt x="28" y="31"/>
                </a:cubicBezTo>
                <a:cubicBezTo>
                  <a:pt x="27" y="31"/>
                  <a:pt x="26" y="29"/>
                  <a:pt x="25" y="29"/>
                </a:cubicBezTo>
                <a:cubicBezTo>
                  <a:pt x="24" y="29"/>
                  <a:pt x="24" y="30"/>
                  <a:pt x="24" y="31"/>
                </a:cubicBezTo>
                <a:cubicBezTo>
                  <a:pt x="24" y="31"/>
                  <a:pt x="24" y="32"/>
                  <a:pt x="25" y="32"/>
                </a:cubicBezTo>
                <a:cubicBezTo>
                  <a:pt x="30" y="38"/>
                  <a:pt x="30" y="38"/>
                  <a:pt x="30" y="38"/>
                </a:cubicBezTo>
                <a:cubicBezTo>
                  <a:pt x="31" y="38"/>
                  <a:pt x="31" y="39"/>
                  <a:pt x="32" y="39"/>
                </a:cubicBezTo>
                <a:cubicBezTo>
                  <a:pt x="33" y="39"/>
                  <a:pt x="33" y="38"/>
                  <a:pt x="34" y="38"/>
                </a:cubicBezTo>
                <a:cubicBezTo>
                  <a:pt x="38" y="34"/>
                  <a:pt x="38" y="34"/>
                  <a:pt x="38" y="34"/>
                </a:cubicBezTo>
                <a:cubicBezTo>
                  <a:pt x="38" y="34"/>
                  <a:pt x="39" y="33"/>
                  <a:pt x="39" y="32"/>
                </a:cubicBezTo>
                <a:cubicBezTo>
                  <a:pt x="39" y="32"/>
                  <a:pt x="38" y="31"/>
                  <a:pt x="38" y="30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标注 9"/>
          <p:cNvSpPr/>
          <p:nvPr/>
        </p:nvSpPr>
        <p:spPr>
          <a:xfrm>
            <a:off x="6107430" y="1185280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 flipH="1">
            <a:off x="6186805" y="1195440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28" name="矩形标注 11"/>
          <p:cNvSpPr/>
          <p:nvPr/>
        </p:nvSpPr>
        <p:spPr>
          <a:xfrm>
            <a:off x="9305925" y="909055"/>
            <a:ext cx="2035175" cy="953135"/>
          </a:xfrm>
          <a:prstGeom prst="wedgeRectCallout">
            <a:avLst>
              <a:gd name="adj1" fmla="val -42324"/>
              <a:gd name="adj2" fmla="val 90506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 flipH="1">
            <a:off x="9385300" y="919215"/>
            <a:ext cx="939165" cy="95313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STEP </a:t>
            </a:r>
          </a:p>
          <a:p>
            <a:pPr lvl="0" algn="ctr"/>
            <a:r>
              <a:rPr lang="en-US" altLang="zh-CN" sz="2800">
                <a:solidFill>
                  <a:schemeClr val="tx1">
                    <a:lumMod val="65000"/>
                    <a:lumOff val="35000"/>
                  </a:schemeClr>
                </a:solidFill>
                <a:latin typeface="Impact" panose="020B080603090205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0" name="日历"/>
          <p:cNvSpPr>
            <a:spLocks noEditPoints="1"/>
          </p:cNvSpPr>
          <p:nvPr/>
        </p:nvSpPr>
        <p:spPr>
          <a:xfrm>
            <a:off x="7291070" y="1277990"/>
            <a:ext cx="535305" cy="767080"/>
          </a:xfrm>
          <a:custGeom>
            <a:avLst/>
            <a:gdLst/>
            <a:ahLst/>
            <a:cxnLst>
              <a:cxn ang="0">
                <a:pos x="265231" y="310332"/>
              </a:cxn>
              <a:cxn ang="0">
                <a:pos x="0" y="284471"/>
              </a:cxn>
              <a:cxn ang="0">
                <a:pos x="19407" y="45257"/>
              </a:cxn>
              <a:cxn ang="0">
                <a:pos x="45283" y="25861"/>
              </a:cxn>
              <a:cxn ang="0">
                <a:pos x="84098" y="0"/>
              </a:cxn>
              <a:cxn ang="0">
                <a:pos x="109974" y="45257"/>
              </a:cxn>
              <a:cxn ang="0">
                <a:pos x="174664" y="25861"/>
              </a:cxn>
              <a:cxn ang="0">
                <a:pos x="213478" y="0"/>
              </a:cxn>
              <a:cxn ang="0">
                <a:pos x="245824" y="45257"/>
              </a:cxn>
              <a:cxn ang="0">
                <a:pos x="291107" y="64653"/>
              </a:cxn>
              <a:cxn ang="0">
                <a:pos x="71159" y="161631"/>
              </a:cxn>
              <a:cxn ang="0">
                <a:pos x="19407" y="109909"/>
              </a:cxn>
              <a:cxn ang="0">
                <a:pos x="71159" y="161631"/>
              </a:cxn>
              <a:cxn ang="0">
                <a:pos x="71159" y="168097"/>
              </a:cxn>
              <a:cxn ang="0">
                <a:pos x="19407" y="226284"/>
              </a:cxn>
              <a:cxn ang="0">
                <a:pos x="71159" y="284471"/>
              </a:cxn>
              <a:cxn ang="0">
                <a:pos x="19407" y="239214"/>
              </a:cxn>
              <a:cxn ang="0">
                <a:pos x="71159" y="284471"/>
              </a:cxn>
              <a:cxn ang="0">
                <a:pos x="84098" y="19396"/>
              </a:cxn>
              <a:cxn ang="0">
                <a:pos x="64690" y="25861"/>
              </a:cxn>
              <a:cxn ang="0">
                <a:pos x="71159" y="84048"/>
              </a:cxn>
              <a:cxn ang="0">
                <a:pos x="90567" y="77583"/>
              </a:cxn>
              <a:cxn ang="0">
                <a:pos x="135850" y="161631"/>
              </a:cxn>
              <a:cxn ang="0">
                <a:pos x="84098" y="109909"/>
              </a:cxn>
              <a:cxn ang="0">
                <a:pos x="135850" y="161631"/>
              </a:cxn>
              <a:cxn ang="0">
                <a:pos x="135850" y="168097"/>
              </a:cxn>
              <a:cxn ang="0">
                <a:pos x="84098" y="226284"/>
              </a:cxn>
              <a:cxn ang="0">
                <a:pos x="135850" y="284471"/>
              </a:cxn>
              <a:cxn ang="0">
                <a:pos x="84098" y="239214"/>
              </a:cxn>
              <a:cxn ang="0">
                <a:pos x="135850" y="284471"/>
              </a:cxn>
              <a:cxn ang="0">
                <a:pos x="207009" y="109909"/>
              </a:cxn>
              <a:cxn ang="0">
                <a:pos x="148788" y="161631"/>
              </a:cxn>
              <a:cxn ang="0">
                <a:pos x="207009" y="226284"/>
              </a:cxn>
              <a:cxn ang="0">
                <a:pos x="148788" y="168097"/>
              </a:cxn>
              <a:cxn ang="0">
                <a:pos x="207009" y="226284"/>
              </a:cxn>
              <a:cxn ang="0">
                <a:pos x="207009" y="239214"/>
              </a:cxn>
              <a:cxn ang="0">
                <a:pos x="148788" y="284471"/>
              </a:cxn>
              <a:cxn ang="0">
                <a:pos x="219948" y="25861"/>
              </a:cxn>
              <a:cxn ang="0">
                <a:pos x="207009" y="19396"/>
              </a:cxn>
              <a:cxn ang="0">
                <a:pos x="200540" y="77583"/>
              </a:cxn>
              <a:cxn ang="0">
                <a:pos x="213478" y="84048"/>
              </a:cxn>
              <a:cxn ang="0">
                <a:pos x="219948" y="25861"/>
              </a:cxn>
              <a:cxn ang="0">
                <a:pos x="265231" y="109909"/>
              </a:cxn>
              <a:cxn ang="0">
                <a:pos x="213478" y="161631"/>
              </a:cxn>
              <a:cxn ang="0">
                <a:pos x="265231" y="226284"/>
              </a:cxn>
              <a:cxn ang="0">
                <a:pos x="213478" y="168097"/>
              </a:cxn>
              <a:cxn ang="0">
                <a:pos x="265231" y="226284"/>
              </a:cxn>
              <a:cxn ang="0">
                <a:pos x="265231" y="239214"/>
              </a:cxn>
              <a:cxn ang="0">
                <a:pos x="213478" y="284471"/>
              </a:cxn>
            </a:cxnLst>
            <a:rect l="0" t="0" r="0" b="0"/>
            <a:pathLst>
              <a:path w="45" h="48">
                <a:moveTo>
                  <a:pt x="45" y="44"/>
                </a:moveTo>
                <a:cubicBezTo>
                  <a:pt x="45" y="46"/>
                  <a:pt x="43" y="48"/>
                  <a:pt x="41" y="48"/>
                </a:cubicBezTo>
                <a:cubicBezTo>
                  <a:pt x="3" y="48"/>
                  <a:pt x="3" y="48"/>
                  <a:pt x="3" y="48"/>
                </a:cubicBezTo>
                <a:cubicBezTo>
                  <a:pt x="2" y="48"/>
                  <a:pt x="0" y="46"/>
                  <a:pt x="0" y="44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8"/>
                  <a:pt x="2" y="7"/>
                  <a:pt x="3" y="7"/>
                </a:cubicBezTo>
                <a:cubicBezTo>
                  <a:pt x="7" y="7"/>
                  <a:pt x="7" y="7"/>
                  <a:pt x="7" y="7"/>
                </a:cubicBezTo>
                <a:cubicBezTo>
                  <a:pt x="7" y="4"/>
                  <a:pt x="7" y="4"/>
                  <a:pt x="7" y="4"/>
                </a:cubicBezTo>
                <a:cubicBezTo>
                  <a:pt x="7" y="2"/>
                  <a:pt x="9" y="0"/>
                  <a:pt x="11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15" y="0"/>
                  <a:pt x="17" y="2"/>
                  <a:pt x="17" y="4"/>
                </a:cubicBezTo>
                <a:cubicBezTo>
                  <a:pt x="17" y="7"/>
                  <a:pt x="17" y="7"/>
                  <a:pt x="17" y="7"/>
                </a:cubicBezTo>
                <a:cubicBezTo>
                  <a:pt x="27" y="7"/>
                  <a:pt x="27" y="7"/>
                  <a:pt x="27" y="7"/>
                </a:cubicBezTo>
                <a:cubicBezTo>
                  <a:pt x="27" y="4"/>
                  <a:pt x="27" y="4"/>
                  <a:pt x="27" y="4"/>
                </a:cubicBezTo>
                <a:cubicBezTo>
                  <a:pt x="27" y="2"/>
                  <a:pt x="29" y="0"/>
                  <a:pt x="32" y="0"/>
                </a:cubicBezTo>
                <a:cubicBezTo>
                  <a:pt x="33" y="0"/>
                  <a:pt x="33" y="0"/>
                  <a:pt x="33" y="0"/>
                </a:cubicBezTo>
                <a:cubicBezTo>
                  <a:pt x="36" y="0"/>
                  <a:pt x="38" y="2"/>
                  <a:pt x="38" y="4"/>
                </a:cubicBezTo>
                <a:cubicBezTo>
                  <a:pt x="38" y="7"/>
                  <a:pt x="38" y="7"/>
                  <a:pt x="38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3" y="7"/>
                  <a:pt x="45" y="8"/>
                  <a:pt x="45" y="10"/>
                </a:cubicBezTo>
                <a:lnTo>
                  <a:pt x="45" y="44"/>
                </a:lnTo>
                <a:close/>
                <a:moveTo>
                  <a:pt x="11" y="25"/>
                </a:moveTo>
                <a:cubicBezTo>
                  <a:pt x="11" y="17"/>
                  <a:pt x="11" y="17"/>
                  <a:pt x="11" y="17"/>
                </a:cubicBezTo>
                <a:cubicBezTo>
                  <a:pt x="3" y="17"/>
                  <a:pt x="3" y="17"/>
                  <a:pt x="3" y="17"/>
                </a:cubicBezTo>
                <a:cubicBezTo>
                  <a:pt x="3" y="25"/>
                  <a:pt x="3" y="25"/>
                  <a:pt x="3" y="25"/>
                </a:cubicBezTo>
                <a:lnTo>
                  <a:pt x="11" y="25"/>
                </a:lnTo>
                <a:close/>
                <a:moveTo>
                  <a:pt x="11" y="35"/>
                </a:moveTo>
                <a:cubicBezTo>
                  <a:pt x="11" y="26"/>
                  <a:pt x="11" y="26"/>
                  <a:pt x="11" y="26"/>
                </a:cubicBezTo>
                <a:cubicBezTo>
                  <a:pt x="3" y="26"/>
                  <a:pt x="3" y="26"/>
                  <a:pt x="3" y="26"/>
                </a:cubicBezTo>
                <a:cubicBezTo>
                  <a:pt x="3" y="35"/>
                  <a:pt x="3" y="35"/>
                  <a:pt x="3" y="35"/>
                </a:cubicBezTo>
                <a:lnTo>
                  <a:pt x="11" y="35"/>
                </a:lnTo>
                <a:close/>
                <a:moveTo>
                  <a:pt x="11" y="44"/>
                </a:moveTo>
                <a:cubicBezTo>
                  <a:pt x="11" y="37"/>
                  <a:pt x="11" y="37"/>
                  <a:pt x="11" y="37"/>
                </a:cubicBezTo>
                <a:cubicBezTo>
                  <a:pt x="3" y="37"/>
                  <a:pt x="3" y="37"/>
                  <a:pt x="3" y="37"/>
                </a:cubicBezTo>
                <a:cubicBezTo>
                  <a:pt x="3" y="44"/>
                  <a:pt x="3" y="44"/>
                  <a:pt x="3" y="44"/>
                </a:cubicBezTo>
                <a:lnTo>
                  <a:pt x="11" y="44"/>
                </a:lnTo>
                <a:close/>
                <a:moveTo>
                  <a:pt x="14" y="4"/>
                </a:moveTo>
                <a:cubicBezTo>
                  <a:pt x="14" y="3"/>
                  <a:pt x="13" y="3"/>
                  <a:pt x="13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11" y="3"/>
                  <a:pt x="10" y="3"/>
                  <a:pt x="10" y="4"/>
                </a:cubicBezTo>
                <a:cubicBezTo>
                  <a:pt x="10" y="12"/>
                  <a:pt x="10" y="12"/>
                  <a:pt x="10" y="12"/>
                </a:cubicBezTo>
                <a:cubicBezTo>
                  <a:pt x="10" y="12"/>
                  <a:pt x="11" y="13"/>
                  <a:pt x="11" y="13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4" y="12"/>
                  <a:pt x="14" y="12"/>
                </a:cubicBezTo>
                <a:lnTo>
                  <a:pt x="14" y="4"/>
                </a:lnTo>
                <a:close/>
                <a:moveTo>
                  <a:pt x="21" y="25"/>
                </a:moveTo>
                <a:cubicBezTo>
                  <a:pt x="21" y="17"/>
                  <a:pt x="21" y="17"/>
                  <a:pt x="21" y="17"/>
                </a:cubicBezTo>
                <a:cubicBezTo>
                  <a:pt x="13" y="17"/>
                  <a:pt x="13" y="17"/>
                  <a:pt x="13" y="17"/>
                </a:cubicBezTo>
                <a:cubicBezTo>
                  <a:pt x="13" y="25"/>
                  <a:pt x="13" y="25"/>
                  <a:pt x="13" y="25"/>
                </a:cubicBezTo>
                <a:lnTo>
                  <a:pt x="21" y="25"/>
                </a:lnTo>
                <a:close/>
                <a:moveTo>
                  <a:pt x="21" y="35"/>
                </a:moveTo>
                <a:cubicBezTo>
                  <a:pt x="21" y="26"/>
                  <a:pt x="21" y="26"/>
                  <a:pt x="21" y="26"/>
                </a:cubicBezTo>
                <a:cubicBezTo>
                  <a:pt x="13" y="26"/>
                  <a:pt x="13" y="26"/>
                  <a:pt x="13" y="26"/>
                </a:cubicBezTo>
                <a:cubicBezTo>
                  <a:pt x="13" y="35"/>
                  <a:pt x="13" y="35"/>
                  <a:pt x="13" y="35"/>
                </a:cubicBezTo>
                <a:lnTo>
                  <a:pt x="21" y="35"/>
                </a:lnTo>
                <a:close/>
                <a:moveTo>
                  <a:pt x="21" y="44"/>
                </a:moveTo>
                <a:cubicBezTo>
                  <a:pt x="21" y="37"/>
                  <a:pt x="21" y="37"/>
                  <a:pt x="21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44"/>
                  <a:pt x="13" y="44"/>
                  <a:pt x="13" y="44"/>
                </a:cubicBezTo>
                <a:lnTo>
                  <a:pt x="21" y="44"/>
                </a:lnTo>
                <a:close/>
                <a:moveTo>
                  <a:pt x="32" y="25"/>
                </a:moveTo>
                <a:cubicBezTo>
                  <a:pt x="32" y="17"/>
                  <a:pt x="32" y="17"/>
                  <a:pt x="32" y="17"/>
                </a:cubicBezTo>
                <a:cubicBezTo>
                  <a:pt x="23" y="17"/>
                  <a:pt x="23" y="17"/>
                  <a:pt x="23" y="17"/>
                </a:cubicBezTo>
                <a:cubicBezTo>
                  <a:pt x="23" y="25"/>
                  <a:pt x="23" y="25"/>
                  <a:pt x="23" y="25"/>
                </a:cubicBezTo>
                <a:lnTo>
                  <a:pt x="32" y="25"/>
                </a:lnTo>
                <a:close/>
                <a:moveTo>
                  <a:pt x="32" y="35"/>
                </a:moveTo>
                <a:cubicBezTo>
                  <a:pt x="32" y="26"/>
                  <a:pt x="32" y="26"/>
                  <a:pt x="32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3" y="35"/>
                  <a:pt x="23" y="35"/>
                  <a:pt x="23" y="35"/>
                </a:cubicBezTo>
                <a:lnTo>
                  <a:pt x="32" y="35"/>
                </a:lnTo>
                <a:close/>
                <a:moveTo>
                  <a:pt x="32" y="44"/>
                </a:moveTo>
                <a:cubicBezTo>
                  <a:pt x="32" y="37"/>
                  <a:pt x="32" y="37"/>
                  <a:pt x="32" y="37"/>
                </a:cubicBezTo>
                <a:cubicBezTo>
                  <a:pt x="23" y="37"/>
                  <a:pt x="23" y="37"/>
                  <a:pt x="23" y="37"/>
                </a:cubicBezTo>
                <a:cubicBezTo>
                  <a:pt x="23" y="44"/>
                  <a:pt x="23" y="44"/>
                  <a:pt x="23" y="44"/>
                </a:cubicBezTo>
                <a:lnTo>
                  <a:pt x="32" y="44"/>
                </a:lnTo>
                <a:close/>
                <a:moveTo>
                  <a:pt x="34" y="4"/>
                </a:moveTo>
                <a:cubicBezTo>
                  <a:pt x="34" y="3"/>
                  <a:pt x="34" y="3"/>
                  <a:pt x="33" y="3"/>
                </a:cubicBezTo>
                <a:cubicBezTo>
                  <a:pt x="32" y="3"/>
                  <a:pt x="32" y="3"/>
                  <a:pt x="32" y="3"/>
                </a:cubicBezTo>
                <a:cubicBezTo>
                  <a:pt x="31" y="3"/>
                  <a:pt x="31" y="3"/>
                  <a:pt x="31" y="4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2"/>
                  <a:pt x="31" y="13"/>
                  <a:pt x="32" y="13"/>
                </a:cubicBezTo>
                <a:cubicBezTo>
                  <a:pt x="33" y="13"/>
                  <a:pt x="33" y="13"/>
                  <a:pt x="33" y="13"/>
                </a:cubicBezTo>
                <a:cubicBezTo>
                  <a:pt x="34" y="13"/>
                  <a:pt x="34" y="12"/>
                  <a:pt x="34" y="12"/>
                </a:cubicBezTo>
                <a:lnTo>
                  <a:pt x="34" y="4"/>
                </a:lnTo>
                <a:close/>
                <a:moveTo>
                  <a:pt x="41" y="25"/>
                </a:moveTo>
                <a:cubicBezTo>
                  <a:pt x="41" y="17"/>
                  <a:pt x="41" y="17"/>
                  <a:pt x="41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25"/>
                  <a:pt x="33" y="25"/>
                  <a:pt x="33" y="25"/>
                </a:cubicBezTo>
                <a:lnTo>
                  <a:pt x="41" y="25"/>
                </a:lnTo>
                <a:close/>
                <a:moveTo>
                  <a:pt x="41" y="35"/>
                </a:moveTo>
                <a:cubicBezTo>
                  <a:pt x="41" y="26"/>
                  <a:pt x="41" y="26"/>
                  <a:pt x="41" y="26"/>
                </a:cubicBezTo>
                <a:cubicBezTo>
                  <a:pt x="33" y="26"/>
                  <a:pt x="33" y="26"/>
                  <a:pt x="33" y="26"/>
                </a:cubicBezTo>
                <a:cubicBezTo>
                  <a:pt x="33" y="35"/>
                  <a:pt x="33" y="35"/>
                  <a:pt x="33" y="35"/>
                </a:cubicBezTo>
                <a:lnTo>
                  <a:pt x="41" y="35"/>
                </a:lnTo>
                <a:close/>
                <a:moveTo>
                  <a:pt x="41" y="44"/>
                </a:moveTo>
                <a:cubicBezTo>
                  <a:pt x="41" y="37"/>
                  <a:pt x="41" y="37"/>
                  <a:pt x="41" y="37"/>
                </a:cubicBezTo>
                <a:cubicBezTo>
                  <a:pt x="33" y="37"/>
                  <a:pt x="33" y="37"/>
                  <a:pt x="33" y="37"/>
                </a:cubicBezTo>
                <a:cubicBezTo>
                  <a:pt x="33" y="44"/>
                  <a:pt x="33" y="44"/>
                  <a:pt x="33" y="44"/>
                </a:cubicBezTo>
                <a:lnTo>
                  <a:pt x="41" y="44"/>
                </a:ln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微信"/>
          <p:cNvSpPr>
            <a:spLocks noEditPoints="1"/>
          </p:cNvSpPr>
          <p:nvPr/>
        </p:nvSpPr>
        <p:spPr>
          <a:xfrm>
            <a:off x="10426700" y="1018275"/>
            <a:ext cx="696595" cy="734060"/>
          </a:xfrm>
          <a:custGeom>
            <a:avLst/>
            <a:gdLst/>
            <a:ahLst/>
            <a:cxnLst>
              <a:cxn ang="0">
                <a:pos x="247853" y="91062"/>
              </a:cxn>
              <a:cxn ang="0">
                <a:pos x="123926" y="182123"/>
              </a:cxn>
              <a:cxn ang="0">
                <a:pos x="91314" y="175619"/>
              </a:cxn>
              <a:cxn ang="0">
                <a:pos x="45657" y="201636"/>
              </a:cxn>
              <a:cxn ang="0">
                <a:pos x="26090" y="201636"/>
              </a:cxn>
              <a:cxn ang="0">
                <a:pos x="26090" y="201636"/>
              </a:cxn>
              <a:cxn ang="0">
                <a:pos x="19567" y="195132"/>
              </a:cxn>
              <a:cxn ang="0">
                <a:pos x="26090" y="188627"/>
              </a:cxn>
              <a:cxn ang="0">
                <a:pos x="45657" y="162610"/>
              </a:cxn>
              <a:cxn ang="0">
                <a:pos x="0" y="91062"/>
              </a:cxn>
              <a:cxn ang="0">
                <a:pos x="123926" y="0"/>
              </a:cxn>
              <a:cxn ang="0">
                <a:pos x="247853" y="91062"/>
              </a:cxn>
              <a:cxn ang="0">
                <a:pos x="19567" y="91062"/>
              </a:cxn>
              <a:cxn ang="0">
                <a:pos x="58702" y="143097"/>
              </a:cxn>
              <a:cxn ang="0">
                <a:pos x="71747" y="149601"/>
              </a:cxn>
              <a:cxn ang="0">
                <a:pos x="71747" y="169114"/>
              </a:cxn>
              <a:cxn ang="0">
                <a:pos x="78269" y="156105"/>
              </a:cxn>
              <a:cxn ang="0">
                <a:pos x="84792" y="156105"/>
              </a:cxn>
              <a:cxn ang="0">
                <a:pos x="97837" y="156105"/>
              </a:cxn>
              <a:cxn ang="0">
                <a:pos x="123926" y="156105"/>
              </a:cxn>
              <a:cxn ang="0">
                <a:pos x="221763" y="91062"/>
              </a:cxn>
              <a:cxn ang="0">
                <a:pos x="123926" y="26018"/>
              </a:cxn>
              <a:cxn ang="0">
                <a:pos x="19567" y="91062"/>
              </a:cxn>
              <a:cxn ang="0">
                <a:pos x="286987" y="234158"/>
              </a:cxn>
              <a:cxn ang="0">
                <a:pos x="293510" y="240663"/>
              </a:cxn>
              <a:cxn ang="0">
                <a:pos x="286987" y="247167"/>
              </a:cxn>
              <a:cxn ang="0">
                <a:pos x="267420" y="247167"/>
              </a:cxn>
              <a:cxn ang="0">
                <a:pos x="221763" y="221149"/>
              </a:cxn>
              <a:cxn ang="0">
                <a:pos x="189151" y="227654"/>
              </a:cxn>
              <a:cxn ang="0">
                <a:pos x="110881" y="201636"/>
              </a:cxn>
              <a:cxn ang="0">
                <a:pos x="123926" y="201636"/>
              </a:cxn>
              <a:cxn ang="0">
                <a:pos x="221763" y="175619"/>
              </a:cxn>
              <a:cxn ang="0">
                <a:pos x="267420" y="91062"/>
              </a:cxn>
              <a:cxn ang="0">
                <a:pos x="267420" y="65044"/>
              </a:cxn>
              <a:cxn ang="0">
                <a:pos x="313077" y="136592"/>
              </a:cxn>
              <a:cxn ang="0">
                <a:pos x="267420" y="208141"/>
              </a:cxn>
              <a:cxn ang="0">
                <a:pos x="286987" y="234158"/>
              </a:cxn>
            </a:cxnLst>
            <a:rect l="0" t="0" r="0" b="0"/>
            <a:pathLst>
              <a:path w="48" h="38">
                <a:moveTo>
                  <a:pt x="38" y="14"/>
                </a:moveTo>
                <a:cubicBezTo>
                  <a:pt x="38" y="22"/>
                  <a:pt x="29" y="28"/>
                  <a:pt x="19" y="28"/>
                </a:cubicBezTo>
                <a:cubicBezTo>
                  <a:pt x="17" y="28"/>
                  <a:pt x="16" y="28"/>
                  <a:pt x="14" y="27"/>
                </a:cubicBezTo>
                <a:cubicBezTo>
                  <a:pt x="12" y="29"/>
                  <a:pt x="9" y="30"/>
                  <a:pt x="7" y="31"/>
                </a:cubicBezTo>
                <a:cubicBezTo>
                  <a:pt x="6" y="31"/>
                  <a:pt x="5" y="31"/>
                  <a:pt x="4" y="31"/>
                </a:cubicBezTo>
                <a:cubicBezTo>
                  <a:pt x="4" y="31"/>
                  <a:pt x="4" y="31"/>
                  <a:pt x="4" y="31"/>
                </a:cubicBezTo>
                <a:cubicBezTo>
                  <a:pt x="4" y="31"/>
                  <a:pt x="4" y="31"/>
                  <a:pt x="3" y="30"/>
                </a:cubicBezTo>
                <a:cubicBezTo>
                  <a:pt x="3" y="30"/>
                  <a:pt x="4" y="30"/>
                  <a:pt x="4" y="29"/>
                </a:cubicBezTo>
                <a:cubicBezTo>
                  <a:pt x="5" y="28"/>
                  <a:pt x="6" y="27"/>
                  <a:pt x="7" y="25"/>
                </a:cubicBezTo>
                <a:cubicBezTo>
                  <a:pt x="3" y="22"/>
                  <a:pt x="0" y="18"/>
                  <a:pt x="0" y="14"/>
                </a:cubicBezTo>
                <a:cubicBezTo>
                  <a:pt x="0" y="6"/>
                  <a:pt x="8" y="0"/>
                  <a:pt x="19" y="0"/>
                </a:cubicBezTo>
                <a:cubicBezTo>
                  <a:pt x="29" y="0"/>
                  <a:pt x="38" y="6"/>
                  <a:pt x="38" y="14"/>
                </a:cubicBezTo>
                <a:close/>
                <a:moveTo>
                  <a:pt x="3" y="14"/>
                </a:moveTo>
                <a:cubicBezTo>
                  <a:pt x="3" y="17"/>
                  <a:pt x="5" y="20"/>
                  <a:pt x="9" y="22"/>
                </a:cubicBezTo>
                <a:cubicBezTo>
                  <a:pt x="11" y="23"/>
                  <a:pt x="11" y="23"/>
                  <a:pt x="11" y="23"/>
                </a:cubicBezTo>
                <a:cubicBezTo>
                  <a:pt x="11" y="26"/>
                  <a:pt x="11" y="26"/>
                  <a:pt x="11" y="26"/>
                </a:cubicBezTo>
                <a:cubicBezTo>
                  <a:pt x="11" y="25"/>
                  <a:pt x="12" y="25"/>
                  <a:pt x="12" y="24"/>
                </a:cubicBezTo>
                <a:cubicBezTo>
                  <a:pt x="13" y="24"/>
                  <a:pt x="13" y="24"/>
                  <a:pt x="13" y="24"/>
                </a:cubicBezTo>
                <a:cubicBezTo>
                  <a:pt x="15" y="24"/>
                  <a:pt x="15" y="24"/>
                  <a:pt x="15" y="24"/>
                </a:cubicBezTo>
                <a:cubicBezTo>
                  <a:pt x="16" y="24"/>
                  <a:pt x="17" y="24"/>
                  <a:pt x="19" y="24"/>
                </a:cubicBezTo>
                <a:cubicBezTo>
                  <a:pt x="27" y="24"/>
                  <a:pt x="34" y="20"/>
                  <a:pt x="34" y="14"/>
                </a:cubicBezTo>
                <a:cubicBezTo>
                  <a:pt x="34" y="8"/>
                  <a:pt x="27" y="4"/>
                  <a:pt x="19" y="4"/>
                </a:cubicBezTo>
                <a:cubicBezTo>
                  <a:pt x="11" y="4"/>
                  <a:pt x="3" y="8"/>
                  <a:pt x="3" y="14"/>
                </a:cubicBezTo>
                <a:close/>
                <a:moveTo>
                  <a:pt x="44" y="36"/>
                </a:moveTo>
                <a:cubicBezTo>
                  <a:pt x="44" y="36"/>
                  <a:pt x="45" y="37"/>
                  <a:pt x="45" y="37"/>
                </a:cubicBezTo>
                <a:cubicBezTo>
                  <a:pt x="44" y="38"/>
                  <a:pt x="44" y="38"/>
                  <a:pt x="44" y="38"/>
                </a:cubicBezTo>
                <a:cubicBezTo>
                  <a:pt x="43" y="38"/>
                  <a:pt x="42" y="38"/>
                  <a:pt x="41" y="38"/>
                </a:cubicBezTo>
                <a:cubicBezTo>
                  <a:pt x="39" y="37"/>
                  <a:pt x="36" y="36"/>
                  <a:pt x="34" y="34"/>
                </a:cubicBezTo>
                <a:cubicBezTo>
                  <a:pt x="32" y="34"/>
                  <a:pt x="31" y="35"/>
                  <a:pt x="29" y="35"/>
                </a:cubicBezTo>
                <a:cubicBezTo>
                  <a:pt x="24" y="35"/>
                  <a:pt x="20" y="33"/>
                  <a:pt x="17" y="31"/>
                </a:cubicBezTo>
                <a:cubicBezTo>
                  <a:pt x="17" y="31"/>
                  <a:pt x="18" y="31"/>
                  <a:pt x="19" y="31"/>
                </a:cubicBezTo>
                <a:cubicBezTo>
                  <a:pt x="25" y="31"/>
                  <a:pt x="30" y="30"/>
                  <a:pt x="34" y="27"/>
                </a:cubicBezTo>
                <a:cubicBezTo>
                  <a:pt x="39" y="23"/>
                  <a:pt x="41" y="19"/>
                  <a:pt x="41" y="14"/>
                </a:cubicBezTo>
                <a:cubicBezTo>
                  <a:pt x="41" y="13"/>
                  <a:pt x="41" y="11"/>
                  <a:pt x="41" y="10"/>
                </a:cubicBezTo>
                <a:cubicBezTo>
                  <a:pt x="45" y="12"/>
                  <a:pt x="48" y="16"/>
                  <a:pt x="48" y="21"/>
                </a:cubicBezTo>
                <a:cubicBezTo>
                  <a:pt x="48" y="25"/>
                  <a:pt x="45" y="29"/>
                  <a:pt x="41" y="32"/>
                </a:cubicBezTo>
                <a:cubicBezTo>
                  <a:pt x="42" y="34"/>
                  <a:pt x="43" y="35"/>
                  <a:pt x="44" y="36"/>
                </a:cubicBezTo>
                <a:close/>
              </a:path>
            </a:pathLst>
          </a:custGeom>
          <a:solidFill>
            <a:srgbClr val="367F8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文本框 22"/>
          <p:cNvSpPr txBox="1"/>
          <p:nvPr/>
        </p:nvSpPr>
        <p:spPr>
          <a:xfrm flipH="1">
            <a:off x="3098800" y="4000235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引入多模态大模型与异常定位增强。</a:t>
            </a:r>
          </a:p>
        </p:txBody>
      </p:sp>
      <p:sp>
        <p:nvSpPr>
          <p:cNvPr id="33" name="文本框 22"/>
          <p:cNvSpPr txBox="1"/>
          <p:nvPr/>
        </p:nvSpPr>
        <p:spPr>
          <a:xfrm flipH="1">
            <a:off x="6013450" y="4204070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增加指标看板、日志追踪与告警分级策略。</a:t>
            </a:r>
          </a:p>
        </p:txBody>
      </p:sp>
      <p:sp>
        <p:nvSpPr>
          <p:cNvPr id="34" name="文本框 22"/>
          <p:cNvSpPr txBox="1"/>
          <p:nvPr/>
        </p:nvSpPr>
        <p:spPr>
          <a:xfrm flipH="1">
            <a:off x="9211945" y="4439655"/>
            <a:ext cx="2222500" cy="2158365"/>
          </a:xfrm>
          <a:prstGeom prst="rect">
            <a:avLst/>
          </a:prstGeom>
          <a:noFill/>
          <a:ln w="9525">
            <a:noFill/>
            <a:miter/>
          </a:ln>
          <a:effectLst>
            <a:outerShdw sx="999" sy="999" algn="ctr" rotWithShape="0">
              <a:srgbClr val="000000"/>
            </a:outerShdw>
          </a:effectLst>
        </p:spPr>
        <p:txBody>
          <a:bodyPr wrap="square" anchor="t">
            <a:spAutoFit/>
          </a:bodyPr>
          <a:lstStyle/>
          <a:p>
            <a:pPr lvl="0" algn="l">
              <a:lnSpc>
                <a:spcPct val="120000"/>
              </a:lnSpc>
            </a:pPr>
            <a:r>
              <a:t>扩展移动端轻应用，实现远程值守。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剪影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00" y="459105"/>
            <a:ext cx="4283075" cy="5376545"/>
          </a:xfrm>
          <a:prstGeom prst="rect">
            <a:avLst/>
          </a:prstGeom>
        </p:spPr>
      </p:pic>
      <p:pic>
        <p:nvPicPr>
          <p:cNvPr id="4" name="图片 3" descr="小人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5095" y="3815715"/>
            <a:ext cx="1395730" cy="3031490"/>
          </a:xfrm>
          <a:prstGeom prst="rect">
            <a:avLst/>
          </a:prstGeom>
          <a:effectLst/>
        </p:spPr>
      </p:pic>
      <p:grpSp>
        <p:nvGrpSpPr>
          <p:cNvPr id="20" name="组合 19"/>
          <p:cNvGrpSpPr/>
          <p:nvPr/>
        </p:nvGrpSpPr>
        <p:grpSpPr>
          <a:xfrm>
            <a:off x="1823528" y="2233026"/>
            <a:ext cx="864001" cy="876619"/>
            <a:chOff x="3492943" y="1922511"/>
            <a:chExt cx="864001" cy="876619"/>
          </a:xfrm>
        </p:grpSpPr>
        <p:sp>
          <p:nvSpPr>
            <p:cNvPr id="19" name="矩形 18"/>
            <p:cNvSpPr/>
            <p:nvPr/>
          </p:nvSpPr>
          <p:spPr>
            <a:xfrm>
              <a:off x="3492943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 rot="5400000" flipH="1">
              <a:off x="3486634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492943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127027" y="2210166"/>
            <a:ext cx="864001" cy="876619"/>
            <a:chOff x="4896772" y="1922511"/>
            <a:chExt cx="864001" cy="876619"/>
          </a:xfrm>
        </p:grpSpPr>
        <p:sp>
          <p:nvSpPr>
            <p:cNvPr id="43" name="矩形 42"/>
            <p:cNvSpPr/>
            <p:nvPr/>
          </p:nvSpPr>
          <p:spPr>
            <a:xfrm>
              <a:off x="5329415" y="1922511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4896772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800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汉</a:t>
              </a:r>
              <a:endPara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0" name="任意多边形: 形状 39"/>
            <p:cNvSpPr/>
            <p:nvPr/>
          </p:nvSpPr>
          <p:spPr>
            <a:xfrm rot="5400000" flipH="1">
              <a:off x="4890463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429254" y="2206991"/>
            <a:ext cx="864001" cy="876620"/>
            <a:chOff x="6376799" y="1922511"/>
            <a:chExt cx="864001" cy="876620"/>
          </a:xfrm>
        </p:grpSpPr>
        <p:sp>
          <p:nvSpPr>
            <p:cNvPr id="44" name="矩形 43"/>
            <p:cNvSpPr/>
            <p:nvPr/>
          </p:nvSpPr>
          <p:spPr>
            <a:xfrm>
              <a:off x="6809442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 rot="5400000" flipH="1">
              <a:off x="6370490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76799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663264" y="2224136"/>
            <a:ext cx="864002" cy="876620"/>
            <a:chOff x="7824169" y="1922511"/>
            <a:chExt cx="864002" cy="876620"/>
          </a:xfrm>
        </p:grpSpPr>
        <p:sp>
          <p:nvSpPr>
            <p:cNvPr id="45" name="矩形 44"/>
            <p:cNvSpPr/>
            <p:nvPr/>
          </p:nvSpPr>
          <p:spPr>
            <a:xfrm>
              <a:off x="7824169" y="2354679"/>
              <a:ext cx="431357" cy="444452"/>
            </a:xfrm>
            <a:prstGeom prst="rect">
              <a:avLst/>
            </a:prstGeom>
            <a:solidFill>
              <a:srgbClr val="063C5A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 rot="5400000" flipH="1">
              <a:off x="7817861" y="1928821"/>
              <a:ext cx="876619" cy="864000"/>
            </a:xfrm>
            <a:custGeom>
              <a:avLst/>
              <a:gdLst>
                <a:gd name="connsiteX0" fmla="*/ 434710 w 876619"/>
                <a:gd name="connsiteY0" fmla="*/ 856017 h 864000"/>
                <a:gd name="connsiteX1" fmla="*/ 7983 w 876619"/>
                <a:gd name="connsiteY1" fmla="*/ 856017 h 864000"/>
                <a:gd name="connsiteX2" fmla="*/ 7983 w 876619"/>
                <a:gd name="connsiteY2" fmla="*/ 7983 h 864000"/>
                <a:gd name="connsiteX3" fmla="*/ 434710 w 876619"/>
                <a:gd name="connsiteY3" fmla="*/ 7983 h 864000"/>
                <a:gd name="connsiteX4" fmla="*/ 434710 w 876619"/>
                <a:gd name="connsiteY4" fmla="*/ 428400 h 864000"/>
                <a:gd name="connsiteX5" fmla="*/ 12619 w 876619"/>
                <a:gd name="connsiteY5" fmla="*/ 428400 h 864000"/>
                <a:gd name="connsiteX6" fmla="*/ 12619 w 876619"/>
                <a:gd name="connsiteY6" fmla="*/ 435600 h 864000"/>
                <a:gd name="connsiteX7" fmla="*/ 434710 w 876619"/>
                <a:gd name="connsiteY7" fmla="*/ 435600 h 864000"/>
                <a:gd name="connsiteX8" fmla="*/ 868636 w 876619"/>
                <a:gd name="connsiteY8" fmla="*/ 428400 h 864000"/>
                <a:gd name="connsiteX9" fmla="*/ 441910 w 876619"/>
                <a:gd name="connsiteY9" fmla="*/ 428400 h 864000"/>
                <a:gd name="connsiteX10" fmla="*/ 441910 w 876619"/>
                <a:gd name="connsiteY10" fmla="*/ 7983 h 864000"/>
                <a:gd name="connsiteX11" fmla="*/ 868636 w 876619"/>
                <a:gd name="connsiteY11" fmla="*/ 7983 h 864000"/>
                <a:gd name="connsiteX12" fmla="*/ 868636 w 876619"/>
                <a:gd name="connsiteY12" fmla="*/ 856017 h 864000"/>
                <a:gd name="connsiteX13" fmla="*/ 441910 w 876619"/>
                <a:gd name="connsiteY13" fmla="*/ 856017 h 864000"/>
                <a:gd name="connsiteX14" fmla="*/ 441910 w 876619"/>
                <a:gd name="connsiteY14" fmla="*/ 435600 h 864000"/>
                <a:gd name="connsiteX15" fmla="*/ 868636 w 876619"/>
                <a:gd name="connsiteY15" fmla="*/ 435600 h 864000"/>
                <a:gd name="connsiteX16" fmla="*/ 876619 w 876619"/>
                <a:gd name="connsiteY16" fmla="*/ 864000 h 864000"/>
                <a:gd name="connsiteX17" fmla="*/ 876619 w 876619"/>
                <a:gd name="connsiteY17" fmla="*/ 435600 h 864000"/>
                <a:gd name="connsiteX18" fmla="*/ 876619 w 876619"/>
                <a:gd name="connsiteY18" fmla="*/ 428400 h 864000"/>
                <a:gd name="connsiteX19" fmla="*/ 876619 w 876619"/>
                <a:gd name="connsiteY19" fmla="*/ 0 h 864000"/>
                <a:gd name="connsiteX20" fmla="*/ 441910 w 876619"/>
                <a:gd name="connsiteY20" fmla="*/ 0 h 864000"/>
                <a:gd name="connsiteX21" fmla="*/ 434710 w 876619"/>
                <a:gd name="connsiteY21" fmla="*/ 0 h 864000"/>
                <a:gd name="connsiteX22" fmla="*/ 0 w 876619"/>
                <a:gd name="connsiteY22" fmla="*/ 0 h 864000"/>
                <a:gd name="connsiteX23" fmla="*/ 0 w 876619"/>
                <a:gd name="connsiteY23" fmla="*/ 864000 h 864000"/>
                <a:gd name="connsiteX24" fmla="*/ 434710 w 876619"/>
                <a:gd name="connsiteY24" fmla="*/ 864000 h 864000"/>
                <a:gd name="connsiteX25" fmla="*/ 441910 w 876619"/>
                <a:gd name="connsiteY25" fmla="*/ 864000 h 8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76619" h="864000">
                  <a:moveTo>
                    <a:pt x="434710" y="856017"/>
                  </a:moveTo>
                  <a:lnTo>
                    <a:pt x="7983" y="856017"/>
                  </a:lnTo>
                  <a:lnTo>
                    <a:pt x="7983" y="7983"/>
                  </a:lnTo>
                  <a:lnTo>
                    <a:pt x="434710" y="7983"/>
                  </a:lnTo>
                  <a:lnTo>
                    <a:pt x="434710" y="428400"/>
                  </a:lnTo>
                  <a:lnTo>
                    <a:pt x="12619" y="428400"/>
                  </a:lnTo>
                  <a:lnTo>
                    <a:pt x="12619" y="435600"/>
                  </a:lnTo>
                  <a:lnTo>
                    <a:pt x="434710" y="435600"/>
                  </a:lnTo>
                  <a:close/>
                  <a:moveTo>
                    <a:pt x="868636" y="428400"/>
                  </a:moveTo>
                  <a:lnTo>
                    <a:pt x="441910" y="428400"/>
                  </a:lnTo>
                  <a:lnTo>
                    <a:pt x="441910" y="7983"/>
                  </a:lnTo>
                  <a:lnTo>
                    <a:pt x="868636" y="7983"/>
                  </a:lnTo>
                  <a:close/>
                  <a:moveTo>
                    <a:pt x="868636" y="856017"/>
                  </a:moveTo>
                  <a:lnTo>
                    <a:pt x="441910" y="856017"/>
                  </a:lnTo>
                  <a:lnTo>
                    <a:pt x="441910" y="435600"/>
                  </a:lnTo>
                  <a:lnTo>
                    <a:pt x="868636" y="435600"/>
                  </a:lnTo>
                  <a:close/>
                  <a:moveTo>
                    <a:pt x="876619" y="864000"/>
                  </a:moveTo>
                  <a:lnTo>
                    <a:pt x="876619" y="435600"/>
                  </a:lnTo>
                  <a:lnTo>
                    <a:pt x="876619" y="428400"/>
                  </a:lnTo>
                  <a:lnTo>
                    <a:pt x="876619" y="0"/>
                  </a:lnTo>
                  <a:lnTo>
                    <a:pt x="441910" y="0"/>
                  </a:lnTo>
                  <a:lnTo>
                    <a:pt x="434710" y="0"/>
                  </a:lnTo>
                  <a:lnTo>
                    <a:pt x="0" y="0"/>
                  </a:lnTo>
                  <a:lnTo>
                    <a:pt x="0" y="864000"/>
                  </a:lnTo>
                  <a:lnTo>
                    <a:pt x="434710" y="864000"/>
                  </a:lnTo>
                  <a:lnTo>
                    <a:pt x="441910" y="86400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824170" y="1945323"/>
              <a:ext cx="864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学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159510" y="3277074"/>
            <a:ext cx="5920105" cy="338554"/>
            <a:chOff x="1473202" y="4247316"/>
            <a:chExt cx="9231082" cy="338554"/>
          </a:xfrm>
        </p:grpSpPr>
        <p:sp>
          <p:nvSpPr>
            <p:cNvPr id="26" name="矩形 25"/>
            <p:cNvSpPr/>
            <p:nvPr/>
          </p:nvSpPr>
          <p:spPr>
            <a:xfrm>
              <a:off x="2692602" y="4247316"/>
              <a:ext cx="68206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武汉大学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模板</a:t>
              </a:r>
            </a:p>
          </p:txBody>
        </p:sp>
        <p:sp>
          <p:nvSpPr>
            <p:cNvPr id="7" name="等腰三角形 6"/>
            <p:cNvSpPr/>
            <p:nvPr/>
          </p:nvSpPr>
          <p:spPr>
            <a:xfrm rot="5400000">
              <a:off x="1031979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6200000" flipH="1">
              <a:off x="1821688" y="4063752"/>
              <a:ext cx="36000" cy="732972"/>
            </a:xfrm>
            <a:prstGeom prst="triangle">
              <a:avLst/>
            </a:prstGeom>
            <a:solidFill>
              <a:sysClr val="window" lastClr="FFFFFF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782575" y="4454353"/>
            <a:ext cx="3341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t>感谢聆听</a:t>
            </a:r>
            <a:endParaRPr kumimoji="0" lang="en-US" altLang="zh-CN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559202" y="4454353"/>
            <a:ext cx="355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r">
              <a:buFont typeface="Wingdings" panose="05000000000000000000" pitchFamily="2" charset="2"/>
              <a:buChar char="n"/>
              <a:defRPr/>
            </a:pPr>
            <a:r>
              <a:t>Q &amp; A</a:t>
            </a:r>
            <a:endParaRPr kumimoji="0" lang="zh-CN" altLang="en-US" sz="18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2527" y="367561"/>
            <a:ext cx="18817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visual-app 项目答辩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03" y="126748"/>
            <a:ext cx="1002943" cy="100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10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2" grpId="0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绿色毕业答辩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2311</Words>
  <Application>Microsoft Office PowerPoint</Application>
  <PresentationFormat>宽屏</PresentationFormat>
  <Paragraphs>216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等线</vt:lpstr>
      <vt:lpstr>等线 Light</vt:lpstr>
      <vt:lpstr>微软雅黑</vt:lpstr>
      <vt:lpstr>字魂59号-创粗黑</vt:lpstr>
      <vt:lpstr>Arial</vt:lpstr>
      <vt:lpstr>Calibri</vt:lpstr>
      <vt:lpstr>Calibri Light</vt:lpstr>
      <vt:lpstr>Impact</vt:lpstr>
      <vt:lpstr>Wingdings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绿色毕业答辩</dc:title>
  <dc:creator>19830653@qq.com</dc:creator>
  <cp:lastModifiedBy> </cp:lastModifiedBy>
  <cp:revision>39</cp:revision>
  <dcterms:created xsi:type="dcterms:W3CDTF">2018-06-04T03:05:00Z</dcterms:created>
  <dcterms:modified xsi:type="dcterms:W3CDTF">2019-07-30T02:06:43Z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